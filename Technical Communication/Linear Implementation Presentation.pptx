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4"/>
    <p:sldMasterId id="2147483704" r:id="rId5"/>
    <p:sldMasterId id="2147483722" r:id="rId6"/>
  </p:sldMasterIdLst>
  <p:notesMasterIdLst>
    <p:notesMasterId r:id="rId16"/>
  </p:notesMasterIdLst>
  <p:sldIdLst>
    <p:sldId id="260" r:id="rId7"/>
    <p:sldId id="257" r:id="rId8"/>
    <p:sldId id="261" r:id="rId9"/>
    <p:sldId id="262" r:id="rId10"/>
    <p:sldId id="264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19769-F8D9-432B-95B5-CC4AD6AFFC3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898FF8-A6D3-4813-8C1E-6C294DD018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Current issue tracking is inconsistent</a:t>
          </a:r>
        </a:p>
      </dgm:t>
    </dgm:pt>
    <dgm:pt modelId="{26A103CE-A5B5-4F28-864B-49F253FF4ADB}" type="parTrans" cxnId="{946480FA-23B7-4B63-AF06-81E5DD38A147}">
      <dgm:prSet/>
      <dgm:spPr/>
      <dgm:t>
        <a:bodyPr/>
        <a:lstStyle/>
        <a:p>
          <a:endParaRPr lang="en-US"/>
        </a:p>
      </dgm:t>
    </dgm:pt>
    <dgm:pt modelId="{428EA802-D838-49C8-9ABD-1CA9178184EF}" type="sibTrans" cxnId="{946480FA-23B7-4B63-AF06-81E5DD38A147}">
      <dgm:prSet/>
      <dgm:spPr/>
      <dgm:t>
        <a:bodyPr/>
        <a:lstStyle/>
        <a:p>
          <a:endParaRPr lang="en-US"/>
        </a:p>
      </dgm:t>
    </dgm:pt>
    <dgm:pt modelId="{A0F3A045-AE87-424E-B995-5DCCC840F4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Different tools and methods</a:t>
          </a:r>
        </a:p>
      </dgm:t>
    </dgm:pt>
    <dgm:pt modelId="{106AA3A2-0F34-42B3-9745-38BEC65C973F}" type="parTrans" cxnId="{CABD03B3-D82D-4356-B93C-7FC1F4DB3562}">
      <dgm:prSet/>
      <dgm:spPr/>
      <dgm:t>
        <a:bodyPr/>
        <a:lstStyle/>
        <a:p>
          <a:endParaRPr lang="en-US"/>
        </a:p>
      </dgm:t>
    </dgm:pt>
    <dgm:pt modelId="{564DFBBC-6416-424B-9BD5-E9F6BB102D59}" type="sibTrans" cxnId="{CABD03B3-D82D-4356-B93C-7FC1F4DB3562}">
      <dgm:prSet/>
      <dgm:spPr/>
      <dgm:t>
        <a:bodyPr/>
        <a:lstStyle/>
        <a:p>
          <a:endParaRPr lang="en-US"/>
        </a:p>
      </dgm:t>
    </dgm:pt>
    <dgm:pt modelId="{B7BE13E2-C746-43B8-BCBB-DE8C181333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Leads to:</a:t>
          </a:r>
        </a:p>
      </dgm:t>
    </dgm:pt>
    <dgm:pt modelId="{845CF46E-DDD3-41DD-B57C-B649B631F83D}" type="parTrans" cxnId="{3F22F86F-3F66-4A06-BFA7-07D71E39AB90}">
      <dgm:prSet/>
      <dgm:spPr/>
      <dgm:t>
        <a:bodyPr/>
        <a:lstStyle/>
        <a:p>
          <a:endParaRPr lang="en-US"/>
        </a:p>
      </dgm:t>
    </dgm:pt>
    <dgm:pt modelId="{A049E06B-85B1-4EE1-9396-1578CD4B8247}" type="sibTrans" cxnId="{3F22F86F-3F66-4A06-BFA7-07D71E39AB90}">
      <dgm:prSet/>
      <dgm:spPr/>
      <dgm:t>
        <a:bodyPr/>
        <a:lstStyle/>
        <a:p>
          <a:endParaRPr lang="en-US"/>
        </a:p>
      </dgm:t>
    </dgm:pt>
    <dgm:pt modelId="{5311356D-F100-4BBA-8B3C-1D32D0DC3D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Disorganization</a:t>
          </a:r>
        </a:p>
      </dgm:t>
    </dgm:pt>
    <dgm:pt modelId="{3592F12E-5A65-43D4-AC69-75F68F0FA98D}" type="parTrans" cxnId="{33D945AB-F4D5-4948-A667-F68FCA4D4482}">
      <dgm:prSet/>
      <dgm:spPr/>
      <dgm:t>
        <a:bodyPr/>
        <a:lstStyle/>
        <a:p>
          <a:endParaRPr lang="en-US"/>
        </a:p>
      </dgm:t>
    </dgm:pt>
    <dgm:pt modelId="{7CA2C06C-F300-4AA4-A337-343B2A874ADA}" type="sibTrans" cxnId="{33D945AB-F4D5-4948-A667-F68FCA4D4482}">
      <dgm:prSet/>
      <dgm:spPr/>
      <dgm:t>
        <a:bodyPr/>
        <a:lstStyle/>
        <a:p>
          <a:endParaRPr lang="en-US"/>
        </a:p>
      </dgm:t>
    </dgm:pt>
    <dgm:pt modelId="{BA8A468E-26D3-4964-9C47-87CD7CB294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Missed updates</a:t>
          </a:r>
        </a:p>
      </dgm:t>
    </dgm:pt>
    <dgm:pt modelId="{648DC73F-477D-48CB-B08F-E4986ECB2B15}" type="parTrans" cxnId="{5F1201F6-96E6-462C-AE10-A15CF8F49850}">
      <dgm:prSet/>
      <dgm:spPr/>
      <dgm:t>
        <a:bodyPr/>
        <a:lstStyle/>
        <a:p>
          <a:endParaRPr lang="en-US"/>
        </a:p>
      </dgm:t>
    </dgm:pt>
    <dgm:pt modelId="{00DF2703-3E91-4B6B-998B-A0ACAF182128}" type="sibTrans" cxnId="{5F1201F6-96E6-462C-AE10-A15CF8F49850}">
      <dgm:prSet/>
      <dgm:spPr/>
      <dgm:t>
        <a:bodyPr/>
        <a:lstStyle/>
        <a:p>
          <a:endParaRPr lang="en-US"/>
        </a:p>
      </dgm:t>
    </dgm:pt>
    <dgm:pt modelId="{297887B5-E733-45AC-8171-135AD13592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Increased workload</a:t>
          </a:r>
        </a:p>
      </dgm:t>
    </dgm:pt>
    <dgm:pt modelId="{78E8C40F-639A-4821-A5BF-16F2BDA94B40}" type="parTrans" cxnId="{9A555710-7BA0-4E54-8893-5FB4416A9174}">
      <dgm:prSet/>
      <dgm:spPr/>
      <dgm:t>
        <a:bodyPr/>
        <a:lstStyle/>
        <a:p>
          <a:endParaRPr lang="en-US"/>
        </a:p>
      </dgm:t>
    </dgm:pt>
    <dgm:pt modelId="{251AA839-7E6B-4297-91A7-979FDE603462}" type="sibTrans" cxnId="{9A555710-7BA0-4E54-8893-5FB4416A9174}">
      <dgm:prSet/>
      <dgm:spPr/>
      <dgm:t>
        <a:bodyPr/>
        <a:lstStyle/>
        <a:p>
          <a:endParaRPr lang="en-US"/>
        </a:p>
      </dgm:t>
    </dgm:pt>
    <dgm:pt modelId="{27C3650F-2289-495D-B4E3-E0EF66CBA56D}" type="pres">
      <dgm:prSet presAssocID="{0CE19769-F8D9-432B-95B5-CC4AD6AFFC36}" presName="root" presStyleCnt="0">
        <dgm:presLayoutVars>
          <dgm:dir/>
          <dgm:resizeHandles val="exact"/>
        </dgm:presLayoutVars>
      </dgm:prSet>
      <dgm:spPr/>
    </dgm:pt>
    <dgm:pt modelId="{97C62B12-71CC-403B-9AEE-70AE2A06049D}" type="pres">
      <dgm:prSet presAssocID="{9D898FF8-A6D3-4813-8C1E-6C294DD018B1}" presName="compNode" presStyleCnt="0"/>
      <dgm:spPr/>
    </dgm:pt>
    <dgm:pt modelId="{2D41CA60-08A8-401A-9023-F87309A8C548}" type="pres">
      <dgm:prSet presAssocID="{9D898FF8-A6D3-4813-8C1E-6C294DD018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BBB9BA4-10DB-46EC-BCD1-AF57126BE843}" type="pres">
      <dgm:prSet presAssocID="{9D898FF8-A6D3-4813-8C1E-6C294DD018B1}" presName="iconSpace" presStyleCnt="0"/>
      <dgm:spPr/>
    </dgm:pt>
    <dgm:pt modelId="{D5588B86-8B20-479A-A24F-A37744308580}" type="pres">
      <dgm:prSet presAssocID="{9D898FF8-A6D3-4813-8C1E-6C294DD018B1}" presName="parTx" presStyleLbl="revTx" presStyleIdx="0" presStyleCnt="6">
        <dgm:presLayoutVars>
          <dgm:chMax val="0"/>
          <dgm:chPref val="0"/>
        </dgm:presLayoutVars>
      </dgm:prSet>
      <dgm:spPr/>
    </dgm:pt>
    <dgm:pt modelId="{98003D04-67D4-4876-8B91-22D52AE18B72}" type="pres">
      <dgm:prSet presAssocID="{9D898FF8-A6D3-4813-8C1E-6C294DD018B1}" presName="txSpace" presStyleCnt="0"/>
      <dgm:spPr/>
    </dgm:pt>
    <dgm:pt modelId="{15980951-D3AF-4A2B-A498-148EE375FCC0}" type="pres">
      <dgm:prSet presAssocID="{9D898FF8-A6D3-4813-8C1E-6C294DD018B1}" presName="desTx" presStyleLbl="revTx" presStyleIdx="1" presStyleCnt="6">
        <dgm:presLayoutVars/>
      </dgm:prSet>
      <dgm:spPr/>
    </dgm:pt>
    <dgm:pt modelId="{1FA97D05-89A6-4A43-804B-0BF31552A3FF}" type="pres">
      <dgm:prSet presAssocID="{428EA802-D838-49C8-9ABD-1CA9178184EF}" presName="sibTrans" presStyleCnt="0"/>
      <dgm:spPr/>
    </dgm:pt>
    <dgm:pt modelId="{E17B492B-621D-49A7-8159-A0DE21D0FE36}" type="pres">
      <dgm:prSet presAssocID="{A0F3A045-AE87-424E-B995-5DCCC840F4F1}" presName="compNode" presStyleCnt="0"/>
      <dgm:spPr/>
    </dgm:pt>
    <dgm:pt modelId="{D1FD22F0-A795-4419-A428-BA026E8B36BB}" type="pres">
      <dgm:prSet presAssocID="{A0F3A045-AE87-424E-B995-5DCCC840F4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DF273A3-D14B-4631-A7C8-920C0B489B7A}" type="pres">
      <dgm:prSet presAssocID="{A0F3A045-AE87-424E-B995-5DCCC840F4F1}" presName="iconSpace" presStyleCnt="0"/>
      <dgm:spPr/>
    </dgm:pt>
    <dgm:pt modelId="{CD2BBE19-9FD5-4C44-82A9-62E62C368CF5}" type="pres">
      <dgm:prSet presAssocID="{A0F3A045-AE87-424E-B995-5DCCC840F4F1}" presName="parTx" presStyleLbl="revTx" presStyleIdx="2" presStyleCnt="6">
        <dgm:presLayoutVars>
          <dgm:chMax val="0"/>
          <dgm:chPref val="0"/>
        </dgm:presLayoutVars>
      </dgm:prSet>
      <dgm:spPr/>
    </dgm:pt>
    <dgm:pt modelId="{14E3ECF0-6F68-46B2-83A8-725530919C0C}" type="pres">
      <dgm:prSet presAssocID="{A0F3A045-AE87-424E-B995-5DCCC840F4F1}" presName="txSpace" presStyleCnt="0"/>
      <dgm:spPr/>
    </dgm:pt>
    <dgm:pt modelId="{92E0C9E9-F8FF-4E94-970D-35CD61B02AB6}" type="pres">
      <dgm:prSet presAssocID="{A0F3A045-AE87-424E-B995-5DCCC840F4F1}" presName="desTx" presStyleLbl="revTx" presStyleIdx="3" presStyleCnt="6">
        <dgm:presLayoutVars/>
      </dgm:prSet>
      <dgm:spPr/>
    </dgm:pt>
    <dgm:pt modelId="{35EBC683-5486-4E1F-B38C-6690E7CF7B8C}" type="pres">
      <dgm:prSet presAssocID="{564DFBBC-6416-424B-9BD5-E9F6BB102D59}" presName="sibTrans" presStyleCnt="0"/>
      <dgm:spPr/>
    </dgm:pt>
    <dgm:pt modelId="{0BC67738-0829-4B67-90CD-28CAD5E0ED8F}" type="pres">
      <dgm:prSet presAssocID="{B7BE13E2-C746-43B8-BCBB-DE8C181333AA}" presName="compNode" presStyleCnt="0"/>
      <dgm:spPr/>
    </dgm:pt>
    <dgm:pt modelId="{9E2B8717-7144-45BC-98FE-A05D9925B43D}" type="pres">
      <dgm:prSet presAssocID="{B7BE13E2-C746-43B8-BCBB-DE8C181333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88635BAC-2D19-439F-B798-29A9B1A1EF00}" type="pres">
      <dgm:prSet presAssocID="{B7BE13E2-C746-43B8-BCBB-DE8C181333AA}" presName="iconSpace" presStyleCnt="0"/>
      <dgm:spPr/>
    </dgm:pt>
    <dgm:pt modelId="{4E06B8B8-C2C7-4F9A-8913-3AD43D39190A}" type="pres">
      <dgm:prSet presAssocID="{B7BE13E2-C746-43B8-BCBB-DE8C181333AA}" presName="parTx" presStyleLbl="revTx" presStyleIdx="4" presStyleCnt="6">
        <dgm:presLayoutVars>
          <dgm:chMax val="0"/>
          <dgm:chPref val="0"/>
        </dgm:presLayoutVars>
      </dgm:prSet>
      <dgm:spPr/>
    </dgm:pt>
    <dgm:pt modelId="{A94C40F9-A028-431B-B941-D4C2DAAFD166}" type="pres">
      <dgm:prSet presAssocID="{B7BE13E2-C746-43B8-BCBB-DE8C181333AA}" presName="txSpace" presStyleCnt="0"/>
      <dgm:spPr/>
    </dgm:pt>
    <dgm:pt modelId="{D7FF4B38-5C94-4C4D-BBC3-51FCB200C416}" type="pres">
      <dgm:prSet presAssocID="{B7BE13E2-C746-43B8-BCBB-DE8C181333AA}" presName="desTx" presStyleLbl="revTx" presStyleIdx="5" presStyleCnt="6">
        <dgm:presLayoutVars/>
      </dgm:prSet>
      <dgm:spPr/>
    </dgm:pt>
  </dgm:ptLst>
  <dgm:cxnLst>
    <dgm:cxn modelId="{9A555710-7BA0-4E54-8893-5FB4416A9174}" srcId="{B7BE13E2-C746-43B8-BCBB-DE8C181333AA}" destId="{297887B5-E733-45AC-8171-135AD135920A}" srcOrd="2" destOrd="0" parTransId="{78E8C40F-639A-4821-A5BF-16F2BDA94B40}" sibTransId="{251AA839-7E6B-4297-91A7-979FDE603462}"/>
    <dgm:cxn modelId="{A63D1841-8DEE-4DFC-A5C5-A20BC2891A44}" type="presOf" srcId="{297887B5-E733-45AC-8171-135AD135920A}" destId="{D7FF4B38-5C94-4C4D-BBC3-51FCB200C416}" srcOrd="0" destOrd="2" presId="urn:microsoft.com/office/officeart/2018/2/layout/IconLabelDescriptionList"/>
    <dgm:cxn modelId="{C0880E4C-63E3-4099-8B0B-4CC5E53ADDB4}" type="presOf" srcId="{BA8A468E-26D3-4964-9C47-87CD7CB29445}" destId="{D7FF4B38-5C94-4C4D-BBC3-51FCB200C416}" srcOrd="0" destOrd="1" presId="urn:microsoft.com/office/officeart/2018/2/layout/IconLabelDescriptionList"/>
    <dgm:cxn modelId="{6AE4D86E-EA18-4B12-9039-B8E6FE95B9A5}" type="presOf" srcId="{5311356D-F100-4BBA-8B3C-1D32D0DC3DBA}" destId="{D7FF4B38-5C94-4C4D-BBC3-51FCB200C416}" srcOrd="0" destOrd="0" presId="urn:microsoft.com/office/officeart/2018/2/layout/IconLabelDescriptionList"/>
    <dgm:cxn modelId="{3F22F86F-3F66-4A06-BFA7-07D71E39AB90}" srcId="{0CE19769-F8D9-432B-95B5-CC4AD6AFFC36}" destId="{B7BE13E2-C746-43B8-BCBB-DE8C181333AA}" srcOrd="2" destOrd="0" parTransId="{845CF46E-DDD3-41DD-B57C-B649B631F83D}" sibTransId="{A049E06B-85B1-4EE1-9396-1578CD4B8247}"/>
    <dgm:cxn modelId="{2D836274-BFDD-474F-87D7-536D86939553}" type="presOf" srcId="{0CE19769-F8D9-432B-95B5-CC4AD6AFFC36}" destId="{27C3650F-2289-495D-B4E3-E0EF66CBA56D}" srcOrd="0" destOrd="0" presId="urn:microsoft.com/office/officeart/2018/2/layout/IconLabelDescriptionList"/>
    <dgm:cxn modelId="{81C9E78A-38FD-4CF2-9A7A-9B35A37696F8}" type="presOf" srcId="{B7BE13E2-C746-43B8-BCBB-DE8C181333AA}" destId="{4E06B8B8-C2C7-4F9A-8913-3AD43D39190A}" srcOrd="0" destOrd="0" presId="urn:microsoft.com/office/officeart/2018/2/layout/IconLabelDescriptionList"/>
    <dgm:cxn modelId="{33D945AB-F4D5-4948-A667-F68FCA4D4482}" srcId="{B7BE13E2-C746-43B8-BCBB-DE8C181333AA}" destId="{5311356D-F100-4BBA-8B3C-1D32D0DC3DBA}" srcOrd="0" destOrd="0" parTransId="{3592F12E-5A65-43D4-AC69-75F68F0FA98D}" sibTransId="{7CA2C06C-F300-4AA4-A337-343B2A874ADA}"/>
    <dgm:cxn modelId="{6845EFB0-FF2F-47F3-A971-F09FCF36F7DA}" type="presOf" srcId="{9D898FF8-A6D3-4813-8C1E-6C294DD018B1}" destId="{D5588B86-8B20-479A-A24F-A37744308580}" srcOrd="0" destOrd="0" presId="urn:microsoft.com/office/officeart/2018/2/layout/IconLabelDescriptionList"/>
    <dgm:cxn modelId="{CABD03B3-D82D-4356-B93C-7FC1F4DB3562}" srcId="{0CE19769-F8D9-432B-95B5-CC4AD6AFFC36}" destId="{A0F3A045-AE87-424E-B995-5DCCC840F4F1}" srcOrd="1" destOrd="0" parTransId="{106AA3A2-0F34-42B3-9745-38BEC65C973F}" sibTransId="{564DFBBC-6416-424B-9BD5-E9F6BB102D59}"/>
    <dgm:cxn modelId="{8F1F7CE5-A158-4D69-8CBE-5475E8D67B41}" type="presOf" srcId="{A0F3A045-AE87-424E-B995-5DCCC840F4F1}" destId="{CD2BBE19-9FD5-4C44-82A9-62E62C368CF5}" srcOrd="0" destOrd="0" presId="urn:microsoft.com/office/officeart/2018/2/layout/IconLabelDescriptionList"/>
    <dgm:cxn modelId="{5F1201F6-96E6-462C-AE10-A15CF8F49850}" srcId="{B7BE13E2-C746-43B8-BCBB-DE8C181333AA}" destId="{BA8A468E-26D3-4964-9C47-87CD7CB29445}" srcOrd="1" destOrd="0" parTransId="{648DC73F-477D-48CB-B08F-E4986ECB2B15}" sibTransId="{00DF2703-3E91-4B6B-998B-A0ACAF182128}"/>
    <dgm:cxn modelId="{946480FA-23B7-4B63-AF06-81E5DD38A147}" srcId="{0CE19769-F8D9-432B-95B5-CC4AD6AFFC36}" destId="{9D898FF8-A6D3-4813-8C1E-6C294DD018B1}" srcOrd="0" destOrd="0" parTransId="{26A103CE-A5B5-4F28-864B-49F253FF4ADB}" sibTransId="{428EA802-D838-49C8-9ABD-1CA9178184EF}"/>
    <dgm:cxn modelId="{63C42B97-90BD-4E51-881F-1AF8533A16E1}" type="presParOf" srcId="{27C3650F-2289-495D-B4E3-E0EF66CBA56D}" destId="{97C62B12-71CC-403B-9AEE-70AE2A06049D}" srcOrd="0" destOrd="0" presId="urn:microsoft.com/office/officeart/2018/2/layout/IconLabelDescriptionList"/>
    <dgm:cxn modelId="{AAB93044-2AE1-4D9B-9C2B-278D809476DC}" type="presParOf" srcId="{97C62B12-71CC-403B-9AEE-70AE2A06049D}" destId="{2D41CA60-08A8-401A-9023-F87309A8C548}" srcOrd="0" destOrd="0" presId="urn:microsoft.com/office/officeart/2018/2/layout/IconLabelDescriptionList"/>
    <dgm:cxn modelId="{859698A2-8985-432C-A430-0AB1E843142E}" type="presParOf" srcId="{97C62B12-71CC-403B-9AEE-70AE2A06049D}" destId="{BBBB9BA4-10DB-46EC-BCD1-AF57126BE843}" srcOrd="1" destOrd="0" presId="urn:microsoft.com/office/officeart/2018/2/layout/IconLabelDescriptionList"/>
    <dgm:cxn modelId="{546869F9-57AF-44D9-A37B-A3AEFFE05324}" type="presParOf" srcId="{97C62B12-71CC-403B-9AEE-70AE2A06049D}" destId="{D5588B86-8B20-479A-A24F-A37744308580}" srcOrd="2" destOrd="0" presId="urn:microsoft.com/office/officeart/2018/2/layout/IconLabelDescriptionList"/>
    <dgm:cxn modelId="{961A7A52-43E2-4277-B6DE-53270EE84F69}" type="presParOf" srcId="{97C62B12-71CC-403B-9AEE-70AE2A06049D}" destId="{98003D04-67D4-4876-8B91-22D52AE18B72}" srcOrd="3" destOrd="0" presId="urn:microsoft.com/office/officeart/2018/2/layout/IconLabelDescriptionList"/>
    <dgm:cxn modelId="{D363610A-DF13-4DBD-A2AA-2BB2D627AA5D}" type="presParOf" srcId="{97C62B12-71CC-403B-9AEE-70AE2A06049D}" destId="{15980951-D3AF-4A2B-A498-148EE375FCC0}" srcOrd="4" destOrd="0" presId="urn:microsoft.com/office/officeart/2018/2/layout/IconLabelDescriptionList"/>
    <dgm:cxn modelId="{FADB45CF-C0C7-427E-AF09-356B9E7A6AF3}" type="presParOf" srcId="{27C3650F-2289-495D-B4E3-E0EF66CBA56D}" destId="{1FA97D05-89A6-4A43-804B-0BF31552A3FF}" srcOrd="1" destOrd="0" presId="urn:microsoft.com/office/officeart/2018/2/layout/IconLabelDescriptionList"/>
    <dgm:cxn modelId="{D1004C56-88BE-4BF7-8FEA-A38969857703}" type="presParOf" srcId="{27C3650F-2289-495D-B4E3-E0EF66CBA56D}" destId="{E17B492B-621D-49A7-8159-A0DE21D0FE36}" srcOrd="2" destOrd="0" presId="urn:microsoft.com/office/officeart/2018/2/layout/IconLabelDescriptionList"/>
    <dgm:cxn modelId="{824807E5-53A8-4960-B862-C5FA014BBB7E}" type="presParOf" srcId="{E17B492B-621D-49A7-8159-A0DE21D0FE36}" destId="{D1FD22F0-A795-4419-A428-BA026E8B36BB}" srcOrd="0" destOrd="0" presId="urn:microsoft.com/office/officeart/2018/2/layout/IconLabelDescriptionList"/>
    <dgm:cxn modelId="{31A5E060-78FE-4CA1-B827-45095C1801E0}" type="presParOf" srcId="{E17B492B-621D-49A7-8159-A0DE21D0FE36}" destId="{6DF273A3-D14B-4631-A7C8-920C0B489B7A}" srcOrd="1" destOrd="0" presId="urn:microsoft.com/office/officeart/2018/2/layout/IconLabelDescriptionList"/>
    <dgm:cxn modelId="{1C606E11-0F84-4023-AB09-B763573E8896}" type="presParOf" srcId="{E17B492B-621D-49A7-8159-A0DE21D0FE36}" destId="{CD2BBE19-9FD5-4C44-82A9-62E62C368CF5}" srcOrd="2" destOrd="0" presId="urn:microsoft.com/office/officeart/2018/2/layout/IconLabelDescriptionList"/>
    <dgm:cxn modelId="{B1E369AA-94BA-4EC6-82A0-0CB621ADF893}" type="presParOf" srcId="{E17B492B-621D-49A7-8159-A0DE21D0FE36}" destId="{14E3ECF0-6F68-46B2-83A8-725530919C0C}" srcOrd="3" destOrd="0" presId="urn:microsoft.com/office/officeart/2018/2/layout/IconLabelDescriptionList"/>
    <dgm:cxn modelId="{A965B693-B618-4F89-9BDC-946E54FF2FA8}" type="presParOf" srcId="{E17B492B-621D-49A7-8159-A0DE21D0FE36}" destId="{92E0C9E9-F8FF-4E94-970D-35CD61B02AB6}" srcOrd="4" destOrd="0" presId="urn:microsoft.com/office/officeart/2018/2/layout/IconLabelDescriptionList"/>
    <dgm:cxn modelId="{DDBCE2E1-C5D1-4AAA-86ED-66EF0650E1DD}" type="presParOf" srcId="{27C3650F-2289-495D-B4E3-E0EF66CBA56D}" destId="{35EBC683-5486-4E1F-B38C-6690E7CF7B8C}" srcOrd="3" destOrd="0" presId="urn:microsoft.com/office/officeart/2018/2/layout/IconLabelDescriptionList"/>
    <dgm:cxn modelId="{F52ECECB-B139-446D-9587-281EDFDF5B7B}" type="presParOf" srcId="{27C3650F-2289-495D-B4E3-E0EF66CBA56D}" destId="{0BC67738-0829-4B67-90CD-28CAD5E0ED8F}" srcOrd="4" destOrd="0" presId="urn:microsoft.com/office/officeart/2018/2/layout/IconLabelDescriptionList"/>
    <dgm:cxn modelId="{4620F673-5CA8-40BD-A862-FE1A047BE957}" type="presParOf" srcId="{0BC67738-0829-4B67-90CD-28CAD5E0ED8F}" destId="{9E2B8717-7144-45BC-98FE-A05D9925B43D}" srcOrd="0" destOrd="0" presId="urn:microsoft.com/office/officeart/2018/2/layout/IconLabelDescriptionList"/>
    <dgm:cxn modelId="{B8C0DFE3-A0C2-48FD-A9A9-D51105F80994}" type="presParOf" srcId="{0BC67738-0829-4B67-90CD-28CAD5E0ED8F}" destId="{88635BAC-2D19-439F-B798-29A9B1A1EF00}" srcOrd="1" destOrd="0" presId="urn:microsoft.com/office/officeart/2018/2/layout/IconLabelDescriptionList"/>
    <dgm:cxn modelId="{C73DBC81-BB68-4F96-AEE4-A2F6317039AD}" type="presParOf" srcId="{0BC67738-0829-4B67-90CD-28CAD5E0ED8F}" destId="{4E06B8B8-C2C7-4F9A-8913-3AD43D39190A}" srcOrd="2" destOrd="0" presId="urn:microsoft.com/office/officeart/2018/2/layout/IconLabelDescriptionList"/>
    <dgm:cxn modelId="{59506C12-B8AC-4FA2-B7F3-2D92D2B63494}" type="presParOf" srcId="{0BC67738-0829-4B67-90CD-28CAD5E0ED8F}" destId="{A94C40F9-A028-431B-B941-D4C2DAAFD166}" srcOrd="3" destOrd="0" presId="urn:microsoft.com/office/officeart/2018/2/layout/IconLabelDescriptionList"/>
    <dgm:cxn modelId="{AD6A3A6E-83D4-49DC-A449-5290CDA54F3C}" type="presParOf" srcId="{0BC67738-0829-4B67-90CD-28CAD5E0ED8F}" destId="{D7FF4B38-5C94-4C4D-BBC3-51FCB200C41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67ED73-2B6A-49F1-9535-C182A2A4B1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EDD96B-9D66-422E-B99A-352D5A23BE79}">
      <dgm:prSet/>
      <dgm:spPr/>
      <dgm:t>
        <a:bodyPr/>
        <a:lstStyle/>
        <a:p>
          <a:r>
            <a:rPr lang="en-US"/>
            <a:t>Web-based issue and project tracking</a:t>
          </a:r>
        </a:p>
      </dgm:t>
    </dgm:pt>
    <dgm:pt modelId="{02A5048B-5A54-48B0-B624-416D6CADFC0F}" type="parTrans" cxnId="{41368233-FFDE-4F7D-ABD4-5C8F9D5C97D1}">
      <dgm:prSet/>
      <dgm:spPr/>
      <dgm:t>
        <a:bodyPr/>
        <a:lstStyle/>
        <a:p>
          <a:endParaRPr lang="en-US"/>
        </a:p>
      </dgm:t>
    </dgm:pt>
    <dgm:pt modelId="{42AA9F1C-006D-48F5-AE0C-0594A0AD1513}" type="sibTrans" cxnId="{41368233-FFDE-4F7D-ABD4-5C8F9D5C97D1}">
      <dgm:prSet/>
      <dgm:spPr/>
      <dgm:t>
        <a:bodyPr/>
        <a:lstStyle/>
        <a:p>
          <a:endParaRPr lang="en-US"/>
        </a:p>
      </dgm:t>
    </dgm:pt>
    <dgm:pt modelId="{71F8F197-F942-46F7-A9D1-A80DA24D659B}">
      <dgm:prSet/>
      <dgm:spPr/>
      <dgm:t>
        <a:bodyPr/>
        <a:lstStyle/>
        <a:p>
          <a:r>
            <a:rPr lang="en-US"/>
            <a:t>Designed for collaboration and simplicity</a:t>
          </a:r>
        </a:p>
      </dgm:t>
    </dgm:pt>
    <dgm:pt modelId="{FE807789-5924-4335-883F-0D376E6F5C4D}" type="parTrans" cxnId="{F4DBCA4F-A69B-4839-B10C-D4C455DA5D7B}">
      <dgm:prSet/>
      <dgm:spPr/>
      <dgm:t>
        <a:bodyPr/>
        <a:lstStyle/>
        <a:p>
          <a:endParaRPr lang="en-US"/>
        </a:p>
      </dgm:t>
    </dgm:pt>
    <dgm:pt modelId="{49C32A39-33A1-4034-A390-B5876F02A12F}" type="sibTrans" cxnId="{F4DBCA4F-A69B-4839-B10C-D4C455DA5D7B}">
      <dgm:prSet/>
      <dgm:spPr/>
      <dgm:t>
        <a:bodyPr/>
        <a:lstStyle/>
        <a:p>
          <a:endParaRPr lang="en-US"/>
        </a:p>
      </dgm:t>
    </dgm:pt>
    <dgm:pt modelId="{1E853BE2-C8AB-4251-8666-1F295F6417C5}">
      <dgm:prSet/>
      <dgm:spPr/>
      <dgm:t>
        <a:bodyPr/>
        <a:lstStyle/>
        <a:p>
          <a:r>
            <a:rPr lang="en-US"/>
            <a:t>Features:</a:t>
          </a:r>
        </a:p>
      </dgm:t>
    </dgm:pt>
    <dgm:pt modelId="{07F86F37-2E6C-4BDE-ABE3-B7037A0A571A}" type="parTrans" cxnId="{BAB7FB55-9C6E-49C0-85BB-83312205E65F}">
      <dgm:prSet/>
      <dgm:spPr/>
      <dgm:t>
        <a:bodyPr/>
        <a:lstStyle/>
        <a:p>
          <a:endParaRPr lang="en-US"/>
        </a:p>
      </dgm:t>
    </dgm:pt>
    <dgm:pt modelId="{0C07CA6E-6A03-43B1-A333-1E8FEE6112FF}" type="sibTrans" cxnId="{BAB7FB55-9C6E-49C0-85BB-83312205E65F}">
      <dgm:prSet/>
      <dgm:spPr/>
      <dgm:t>
        <a:bodyPr/>
        <a:lstStyle/>
        <a:p>
          <a:endParaRPr lang="en-US"/>
        </a:p>
      </dgm:t>
    </dgm:pt>
    <dgm:pt modelId="{434304F5-573D-4AF9-AE26-CD50393359DB}">
      <dgm:prSet/>
      <dgm:spPr/>
      <dgm:t>
        <a:bodyPr/>
        <a:lstStyle/>
        <a:p>
          <a:r>
            <a:rPr lang="en-US"/>
            <a:t>Real-time sync</a:t>
          </a:r>
        </a:p>
      </dgm:t>
    </dgm:pt>
    <dgm:pt modelId="{721C82E4-685D-457A-983E-3DBEB00022BD}" type="parTrans" cxnId="{EDC7A49E-65B0-4F3F-BC59-07ED53320B7C}">
      <dgm:prSet/>
      <dgm:spPr/>
      <dgm:t>
        <a:bodyPr/>
        <a:lstStyle/>
        <a:p>
          <a:endParaRPr lang="en-US"/>
        </a:p>
      </dgm:t>
    </dgm:pt>
    <dgm:pt modelId="{6940CF93-E59C-4A04-BF56-1CD04F0CEBF8}" type="sibTrans" cxnId="{EDC7A49E-65B0-4F3F-BC59-07ED53320B7C}">
      <dgm:prSet/>
      <dgm:spPr/>
      <dgm:t>
        <a:bodyPr/>
        <a:lstStyle/>
        <a:p>
          <a:endParaRPr lang="en-US"/>
        </a:p>
      </dgm:t>
    </dgm:pt>
    <dgm:pt modelId="{670FDA53-D560-41CB-B199-2A80B96E8B26}">
      <dgm:prSet/>
      <dgm:spPr/>
      <dgm:t>
        <a:bodyPr/>
        <a:lstStyle/>
        <a:p>
          <a:r>
            <a:rPr lang="en-US"/>
            <a:t>AI Agents</a:t>
          </a:r>
        </a:p>
      </dgm:t>
    </dgm:pt>
    <dgm:pt modelId="{272E0825-36D3-40D6-8E78-353DE423BC6D}" type="parTrans" cxnId="{0F3AC81A-C710-4B57-A043-FA00196B3C8A}">
      <dgm:prSet/>
      <dgm:spPr/>
      <dgm:t>
        <a:bodyPr/>
        <a:lstStyle/>
        <a:p>
          <a:endParaRPr lang="en-US"/>
        </a:p>
      </dgm:t>
    </dgm:pt>
    <dgm:pt modelId="{BE2AA417-8B58-4CD4-8117-AB379DBE64D3}" type="sibTrans" cxnId="{0F3AC81A-C710-4B57-A043-FA00196B3C8A}">
      <dgm:prSet/>
      <dgm:spPr/>
      <dgm:t>
        <a:bodyPr/>
        <a:lstStyle/>
        <a:p>
          <a:endParaRPr lang="en-US"/>
        </a:p>
      </dgm:t>
    </dgm:pt>
    <dgm:pt modelId="{11CF2AD8-1F30-4048-A3AD-29A9BCBE5CCB}">
      <dgm:prSet/>
      <dgm:spPr/>
      <dgm:t>
        <a:bodyPr/>
        <a:lstStyle/>
        <a:p>
          <a:r>
            <a:rPr lang="en-US" dirty="0"/>
            <a:t>Clean, intuitive design</a:t>
          </a:r>
        </a:p>
      </dgm:t>
    </dgm:pt>
    <dgm:pt modelId="{C80A5B91-288E-46C6-845F-9F69BAA574BF}" type="parTrans" cxnId="{2CA3F5F7-75E3-41E3-9A60-A5EFDDF6D71E}">
      <dgm:prSet/>
      <dgm:spPr/>
      <dgm:t>
        <a:bodyPr/>
        <a:lstStyle/>
        <a:p>
          <a:endParaRPr lang="en-US"/>
        </a:p>
      </dgm:t>
    </dgm:pt>
    <dgm:pt modelId="{E0EC428F-5DFD-4DE9-86DF-7AB92B0D795B}" type="sibTrans" cxnId="{2CA3F5F7-75E3-41E3-9A60-A5EFDDF6D71E}">
      <dgm:prSet/>
      <dgm:spPr/>
      <dgm:t>
        <a:bodyPr/>
        <a:lstStyle/>
        <a:p>
          <a:endParaRPr lang="en-US"/>
        </a:p>
      </dgm:t>
    </dgm:pt>
    <dgm:pt modelId="{6EAF63A9-4201-4F25-A182-823C50A42979}" type="pres">
      <dgm:prSet presAssocID="{1E67ED73-2B6A-49F1-9535-C182A2A4B180}" presName="root" presStyleCnt="0">
        <dgm:presLayoutVars>
          <dgm:dir/>
          <dgm:resizeHandles val="exact"/>
        </dgm:presLayoutVars>
      </dgm:prSet>
      <dgm:spPr/>
    </dgm:pt>
    <dgm:pt modelId="{12562608-7897-445D-88FB-0DFE786B3537}" type="pres">
      <dgm:prSet presAssocID="{CCEDD96B-9D66-422E-B99A-352D5A23BE79}" presName="compNode" presStyleCnt="0"/>
      <dgm:spPr/>
    </dgm:pt>
    <dgm:pt modelId="{89F59762-0360-42D3-A814-1CB0CF232279}" type="pres">
      <dgm:prSet presAssocID="{CCEDD96B-9D66-422E-B99A-352D5A23BE79}" presName="bgRect" presStyleLbl="bgShp" presStyleIdx="0" presStyleCnt="3"/>
      <dgm:spPr/>
    </dgm:pt>
    <dgm:pt modelId="{7C057294-AAB2-483E-AD57-F70F501B04E2}" type="pres">
      <dgm:prSet presAssocID="{CCEDD96B-9D66-422E-B99A-352D5A23BE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FDD596E-1A48-45AA-8986-725951E2FA78}" type="pres">
      <dgm:prSet presAssocID="{CCEDD96B-9D66-422E-B99A-352D5A23BE79}" presName="spaceRect" presStyleCnt="0"/>
      <dgm:spPr/>
    </dgm:pt>
    <dgm:pt modelId="{65AEA89E-7C88-4449-8507-CF1EFA24BB1F}" type="pres">
      <dgm:prSet presAssocID="{CCEDD96B-9D66-422E-B99A-352D5A23BE79}" presName="parTx" presStyleLbl="revTx" presStyleIdx="0" presStyleCnt="4">
        <dgm:presLayoutVars>
          <dgm:chMax val="0"/>
          <dgm:chPref val="0"/>
        </dgm:presLayoutVars>
      </dgm:prSet>
      <dgm:spPr/>
    </dgm:pt>
    <dgm:pt modelId="{1240AF68-5ED4-4E97-B843-AA47D4FE54D5}" type="pres">
      <dgm:prSet presAssocID="{42AA9F1C-006D-48F5-AE0C-0594A0AD1513}" presName="sibTrans" presStyleCnt="0"/>
      <dgm:spPr/>
    </dgm:pt>
    <dgm:pt modelId="{63BFB675-6633-4767-A18D-C4611D52E081}" type="pres">
      <dgm:prSet presAssocID="{71F8F197-F942-46F7-A9D1-A80DA24D659B}" presName="compNode" presStyleCnt="0"/>
      <dgm:spPr/>
    </dgm:pt>
    <dgm:pt modelId="{4DF0FA81-D94C-4B50-BE56-F615869AA5E8}" type="pres">
      <dgm:prSet presAssocID="{71F8F197-F942-46F7-A9D1-A80DA24D659B}" presName="bgRect" presStyleLbl="bgShp" presStyleIdx="1" presStyleCnt="3"/>
      <dgm:spPr/>
    </dgm:pt>
    <dgm:pt modelId="{4124B47E-24F8-4593-86F3-487B2F2A9A0C}" type="pres">
      <dgm:prSet presAssocID="{71F8F197-F942-46F7-A9D1-A80DA24D65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7DCDAB5-F520-46E7-A4B4-0E73EFADC335}" type="pres">
      <dgm:prSet presAssocID="{71F8F197-F942-46F7-A9D1-A80DA24D659B}" presName="spaceRect" presStyleCnt="0"/>
      <dgm:spPr/>
    </dgm:pt>
    <dgm:pt modelId="{14A46C5C-9EB7-4270-9A3F-8C0EE0C81BC3}" type="pres">
      <dgm:prSet presAssocID="{71F8F197-F942-46F7-A9D1-A80DA24D659B}" presName="parTx" presStyleLbl="revTx" presStyleIdx="1" presStyleCnt="4">
        <dgm:presLayoutVars>
          <dgm:chMax val="0"/>
          <dgm:chPref val="0"/>
        </dgm:presLayoutVars>
      </dgm:prSet>
      <dgm:spPr/>
    </dgm:pt>
    <dgm:pt modelId="{F8256675-2167-4DAF-BB22-6635644D591A}" type="pres">
      <dgm:prSet presAssocID="{49C32A39-33A1-4034-A390-B5876F02A12F}" presName="sibTrans" presStyleCnt="0"/>
      <dgm:spPr/>
    </dgm:pt>
    <dgm:pt modelId="{CAD81AC6-BDE3-4F25-838A-E1EEF9FBBFD0}" type="pres">
      <dgm:prSet presAssocID="{1E853BE2-C8AB-4251-8666-1F295F6417C5}" presName="compNode" presStyleCnt="0"/>
      <dgm:spPr/>
    </dgm:pt>
    <dgm:pt modelId="{AD4ADA42-92D6-459B-ABAF-1D58FE793D19}" type="pres">
      <dgm:prSet presAssocID="{1E853BE2-C8AB-4251-8666-1F295F6417C5}" presName="bgRect" presStyleLbl="bgShp" presStyleIdx="2" presStyleCnt="3"/>
      <dgm:spPr/>
    </dgm:pt>
    <dgm:pt modelId="{881D6DCF-A692-45F8-BBA6-8789F0266B0E}" type="pres">
      <dgm:prSet presAssocID="{1E853BE2-C8AB-4251-8666-1F295F6417C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2A545E2-B77B-4387-BCBF-FFD703BD37FA}" type="pres">
      <dgm:prSet presAssocID="{1E853BE2-C8AB-4251-8666-1F295F6417C5}" presName="spaceRect" presStyleCnt="0"/>
      <dgm:spPr/>
    </dgm:pt>
    <dgm:pt modelId="{ECC08C1C-17DF-49E3-BDEE-E585BC53D39B}" type="pres">
      <dgm:prSet presAssocID="{1E853BE2-C8AB-4251-8666-1F295F6417C5}" presName="parTx" presStyleLbl="revTx" presStyleIdx="2" presStyleCnt="4">
        <dgm:presLayoutVars>
          <dgm:chMax val="0"/>
          <dgm:chPref val="0"/>
        </dgm:presLayoutVars>
      </dgm:prSet>
      <dgm:spPr/>
    </dgm:pt>
    <dgm:pt modelId="{93354366-D17F-4602-BB73-7CF380FA5E36}" type="pres">
      <dgm:prSet presAssocID="{1E853BE2-C8AB-4251-8666-1F295F6417C5}" presName="desTx" presStyleLbl="revTx" presStyleIdx="3" presStyleCnt="4" custScaleX="115226">
        <dgm:presLayoutVars/>
      </dgm:prSet>
      <dgm:spPr/>
    </dgm:pt>
  </dgm:ptLst>
  <dgm:cxnLst>
    <dgm:cxn modelId="{0F3AC81A-C710-4B57-A043-FA00196B3C8A}" srcId="{1E853BE2-C8AB-4251-8666-1F295F6417C5}" destId="{670FDA53-D560-41CB-B199-2A80B96E8B26}" srcOrd="1" destOrd="0" parTransId="{272E0825-36D3-40D6-8E78-353DE423BC6D}" sibTransId="{BE2AA417-8B58-4CD4-8117-AB379DBE64D3}"/>
    <dgm:cxn modelId="{41368233-FFDE-4F7D-ABD4-5C8F9D5C97D1}" srcId="{1E67ED73-2B6A-49F1-9535-C182A2A4B180}" destId="{CCEDD96B-9D66-422E-B99A-352D5A23BE79}" srcOrd="0" destOrd="0" parTransId="{02A5048B-5A54-48B0-B624-416D6CADFC0F}" sibTransId="{42AA9F1C-006D-48F5-AE0C-0594A0AD1513}"/>
    <dgm:cxn modelId="{F4DBCA4F-A69B-4839-B10C-D4C455DA5D7B}" srcId="{1E67ED73-2B6A-49F1-9535-C182A2A4B180}" destId="{71F8F197-F942-46F7-A9D1-A80DA24D659B}" srcOrd="1" destOrd="0" parTransId="{FE807789-5924-4335-883F-0D376E6F5C4D}" sibTransId="{49C32A39-33A1-4034-A390-B5876F02A12F}"/>
    <dgm:cxn modelId="{5DCE8074-E9D2-47D1-94D9-69FD35D4FE1A}" type="presOf" srcId="{434304F5-573D-4AF9-AE26-CD50393359DB}" destId="{93354366-D17F-4602-BB73-7CF380FA5E36}" srcOrd="0" destOrd="0" presId="urn:microsoft.com/office/officeart/2018/2/layout/IconVerticalSolidList"/>
    <dgm:cxn modelId="{BAB7FB55-9C6E-49C0-85BB-83312205E65F}" srcId="{1E67ED73-2B6A-49F1-9535-C182A2A4B180}" destId="{1E853BE2-C8AB-4251-8666-1F295F6417C5}" srcOrd="2" destOrd="0" parTransId="{07F86F37-2E6C-4BDE-ABE3-B7037A0A571A}" sibTransId="{0C07CA6E-6A03-43B1-A333-1E8FEE6112FF}"/>
    <dgm:cxn modelId="{996C1A7F-D887-4EDC-BB17-86C9EFB56361}" type="presOf" srcId="{670FDA53-D560-41CB-B199-2A80B96E8B26}" destId="{93354366-D17F-4602-BB73-7CF380FA5E36}" srcOrd="0" destOrd="1" presId="urn:microsoft.com/office/officeart/2018/2/layout/IconVerticalSolidList"/>
    <dgm:cxn modelId="{61469F88-8E9A-433B-A23F-DFA6C965BBC2}" type="presOf" srcId="{1E853BE2-C8AB-4251-8666-1F295F6417C5}" destId="{ECC08C1C-17DF-49E3-BDEE-E585BC53D39B}" srcOrd="0" destOrd="0" presId="urn:microsoft.com/office/officeart/2018/2/layout/IconVerticalSolidList"/>
    <dgm:cxn modelId="{32BA329C-FA89-4C9F-B89F-846A4A5D491B}" type="presOf" srcId="{71F8F197-F942-46F7-A9D1-A80DA24D659B}" destId="{14A46C5C-9EB7-4270-9A3F-8C0EE0C81BC3}" srcOrd="0" destOrd="0" presId="urn:microsoft.com/office/officeart/2018/2/layout/IconVerticalSolidList"/>
    <dgm:cxn modelId="{EDC7A49E-65B0-4F3F-BC59-07ED53320B7C}" srcId="{1E853BE2-C8AB-4251-8666-1F295F6417C5}" destId="{434304F5-573D-4AF9-AE26-CD50393359DB}" srcOrd="0" destOrd="0" parTransId="{721C82E4-685D-457A-983E-3DBEB00022BD}" sibTransId="{6940CF93-E59C-4A04-BF56-1CD04F0CEBF8}"/>
    <dgm:cxn modelId="{0AA2F5C0-9E1B-49ED-ACB8-2FF76C04F753}" type="presOf" srcId="{11CF2AD8-1F30-4048-A3AD-29A9BCBE5CCB}" destId="{93354366-D17F-4602-BB73-7CF380FA5E36}" srcOrd="0" destOrd="2" presId="urn:microsoft.com/office/officeart/2018/2/layout/IconVerticalSolidList"/>
    <dgm:cxn modelId="{9605FBC1-6AC0-4957-A343-40854430E9A7}" type="presOf" srcId="{CCEDD96B-9D66-422E-B99A-352D5A23BE79}" destId="{65AEA89E-7C88-4449-8507-CF1EFA24BB1F}" srcOrd="0" destOrd="0" presId="urn:microsoft.com/office/officeart/2018/2/layout/IconVerticalSolidList"/>
    <dgm:cxn modelId="{622795D1-BB08-445B-8649-C232547998AD}" type="presOf" srcId="{1E67ED73-2B6A-49F1-9535-C182A2A4B180}" destId="{6EAF63A9-4201-4F25-A182-823C50A42979}" srcOrd="0" destOrd="0" presId="urn:microsoft.com/office/officeart/2018/2/layout/IconVerticalSolidList"/>
    <dgm:cxn modelId="{2CA3F5F7-75E3-41E3-9A60-A5EFDDF6D71E}" srcId="{1E853BE2-C8AB-4251-8666-1F295F6417C5}" destId="{11CF2AD8-1F30-4048-A3AD-29A9BCBE5CCB}" srcOrd="2" destOrd="0" parTransId="{C80A5B91-288E-46C6-845F-9F69BAA574BF}" sibTransId="{E0EC428F-5DFD-4DE9-86DF-7AB92B0D795B}"/>
    <dgm:cxn modelId="{00C2AE4D-22C3-412E-9327-214BE7B6A927}" type="presParOf" srcId="{6EAF63A9-4201-4F25-A182-823C50A42979}" destId="{12562608-7897-445D-88FB-0DFE786B3537}" srcOrd="0" destOrd="0" presId="urn:microsoft.com/office/officeart/2018/2/layout/IconVerticalSolidList"/>
    <dgm:cxn modelId="{AECE72E5-39C3-4198-909D-FF736B255B91}" type="presParOf" srcId="{12562608-7897-445D-88FB-0DFE786B3537}" destId="{89F59762-0360-42D3-A814-1CB0CF232279}" srcOrd="0" destOrd="0" presId="urn:microsoft.com/office/officeart/2018/2/layout/IconVerticalSolidList"/>
    <dgm:cxn modelId="{E4C762C2-4F49-4D22-A538-63B5B13DE938}" type="presParOf" srcId="{12562608-7897-445D-88FB-0DFE786B3537}" destId="{7C057294-AAB2-483E-AD57-F70F501B04E2}" srcOrd="1" destOrd="0" presId="urn:microsoft.com/office/officeart/2018/2/layout/IconVerticalSolidList"/>
    <dgm:cxn modelId="{B885C0D3-2F70-4C1F-92D3-D2AA39A10913}" type="presParOf" srcId="{12562608-7897-445D-88FB-0DFE786B3537}" destId="{CFDD596E-1A48-45AA-8986-725951E2FA78}" srcOrd="2" destOrd="0" presId="urn:microsoft.com/office/officeart/2018/2/layout/IconVerticalSolidList"/>
    <dgm:cxn modelId="{40536303-FC84-4AD8-AE0A-1FC268296B6C}" type="presParOf" srcId="{12562608-7897-445D-88FB-0DFE786B3537}" destId="{65AEA89E-7C88-4449-8507-CF1EFA24BB1F}" srcOrd="3" destOrd="0" presId="urn:microsoft.com/office/officeart/2018/2/layout/IconVerticalSolidList"/>
    <dgm:cxn modelId="{4A054DDA-809B-40EB-AF10-C6884A1BC03E}" type="presParOf" srcId="{6EAF63A9-4201-4F25-A182-823C50A42979}" destId="{1240AF68-5ED4-4E97-B843-AA47D4FE54D5}" srcOrd="1" destOrd="0" presId="urn:microsoft.com/office/officeart/2018/2/layout/IconVerticalSolidList"/>
    <dgm:cxn modelId="{967132D1-6883-4B46-88B3-E676F76F7509}" type="presParOf" srcId="{6EAF63A9-4201-4F25-A182-823C50A42979}" destId="{63BFB675-6633-4767-A18D-C4611D52E081}" srcOrd="2" destOrd="0" presId="urn:microsoft.com/office/officeart/2018/2/layout/IconVerticalSolidList"/>
    <dgm:cxn modelId="{C4C9741F-9D29-407F-A829-067F894D5C25}" type="presParOf" srcId="{63BFB675-6633-4767-A18D-C4611D52E081}" destId="{4DF0FA81-D94C-4B50-BE56-F615869AA5E8}" srcOrd="0" destOrd="0" presId="urn:microsoft.com/office/officeart/2018/2/layout/IconVerticalSolidList"/>
    <dgm:cxn modelId="{67E15FE1-94D9-4E7C-92CA-DA9249187E88}" type="presParOf" srcId="{63BFB675-6633-4767-A18D-C4611D52E081}" destId="{4124B47E-24F8-4593-86F3-487B2F2A9A0C}" srcOrd="1" destOrd="0" presId="urn:microsoft.com/office/officeart/2018/2/layout/IconVerticalSolidList"/>
    <dgm:cxn modelId="{971CB464-A887-4F7C-B267-0304DFAB7483}" type="presParOf" srcId="{63BFB675-6633-4767-A18D-C4611D52E081}" destId="{17DCDAB5-F520-46E7-A4B4-0E73EFADC335}" srcOrd="2" destOrd="0" presId="urn:microsoft.com/office/officeart/2018/2/layout/IconVerticalSolidList"/>
    <dgm:cxn modelId="{44D02FAB-7022-41B9-90B5-E72691824814}" type="presParOf" srcId="{63BFB675-6633-4767-A18D-C4611D52E081}" destId="{14A46C5C-9EB7-4270-9A3F-8C0EE0C81BC3}" srcOrd="3" destOrd="0" presId="urn:microsoft.com/office/officeart/2018/2/layout/IconVerticalSolidList"/>
    <dgm:cxn modelId="{33DA5761-68F9-4BAB-A6F7-1E3E41945E9F}" type="presParOf" srcId="{6EAF63A9-4201-4F25-A182-823C50A42979}" destId="{F8256675-2167-4DAF-BB22-6635644D591A}" srcOrd="3" destOrd="0" presId="urn:microsoft.com/office/officeart/2018/2/layout/IconVerticalSolidList"/>
    <dgm:cxn modelId="{5CB11886-9146-488E-B0A3-1A3DA9D0077D}" type="presParOf" srcId="{6EAF63A9-4201-4F25-A182-823C50A42979}" destId="{CAD81AC6-BDE3-4F25-838A-E1EEF9FBBFD0}" srcOrd="4" destOrd="0" presId="urn:microsoft.com/office/officeart/2018/2/layout/IconVerticalSolidList"/>
    <dgm:cxn modelId="{852C0C12-7153-41D4-A1F6-6179DF87384B}" type="presParOf" srcId="{CAD81AC6-BDE3-4F25-838A-E1EEF9FBBFD0}" destId="{AD4ADA42-92D6-459B-ABAF-1D58FE793D19}" srcOrd="0" destOrd="0" presId="urn:microsoft.com/office/officeart/2018/2/layout/IconVerticalSolidList"/>
    <dgm:cxn modelId="{13913505-F0F2-4628-AFE1-3753FCFF5A1F}" type="presParOf" srcId="{CAD81AC6-BDE3-4F25-838A-E1EEF9FBBFD0}" destId="{881D6DCF-A692-45F8-BBA6-8789F0266B0E}" srcOrd="1" destOrd="0" presId="urn:microsoft.com/office/officeart/2018/2/layout/IconVerticalSolidList"/>
    <dgm:cxn modelId="{8B9C5D08-381C-4637-8DA3-EEADF7FA8D0C}" type="presParOf" srcId="{CAD81AC6-BDE3-4F25-838A-E1EEF9FBBFD0}" destId="{F2A545E2-B77B-4387-BCBF-FFD703BD37FA}" srcOrd="2" destOrd="0" presId="urn:microsoft.com/office/officeart/2018/2/layout/IconVerticalSolidList"/>
    <dgm:cxn modelId="{4EB92050-30F3-489C-A47C-A66694FE1735}" type="presParOf" srcId="{CAD81AC6-BDE3-4F25-838A-E1EEF9FBBFD0}" destId="{ECC08C1C-17DF-49E3-BDEE-E585BC53D39B}" srcOrd="3" destOrd="0" presId="urn:microsoft.com/office/officeart/2018/2/layout/IconVerticalSolidList"/>
    <dgm:cxn modelId="{0EA7E482-17A3-4738-934B-FC337509D68F}" type="presParOf" srcId="{CAD81AC6-BDE3-4F25-838A-E1EEF9FBBFD0}" destId="{93354366-D17F-4602-BB73-7CF380FA5E3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8D0B4B-ECDD-4D5B-888D-8BFD88BCF7A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B85C3F-098E-48AE-947B-B8C39C2FD1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Centralized system</a:t>
          </a:r>
        </a:p>
      </dgm:t>
    </dgm:pt>
    <dgm:pt modelId="{06C505E6-8910-412D-AA46-E7A62C7A4611}" type="parTrans" cxnId="{4664CEFC-1A18-4C7C-AA7A-C95392B15CC6}">
      <dgm:prSet/>
      <dgm:spPr/>
      <dgm:t>
        <a:bodyPr/>
        <a:lstStyle/>
        <a:p>
          <a:endParaRPr lang="en-US"/>
        </a:p>
      </dgm:t>
    </dgm:pt>
    <dgm:pt modelId="{3F70F125-C16E-4ADA-A97B-58A6245990C9}" type="sibTrans" cxnId="{4664CEFC-1A18-4C7C-AA7A-C95392B15CC6}">
      <dgm:prSet/>
      <dgm:spPr/>
      <dgm:t>
        <a:bodyPr/>
        <a:lstStyle/>
        <a:p>
          <a:endParaRPr lang="en-US"/>
        </a:p>
      </dgm:t>
    </dgm:pt>
    <dgm:pt modelId="{4399F4C9-F78B-4489-9B71-86C25F913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repetitive tasks</a:t>
          </a:r>
        </a:p>
      </dgm:t>
    </dgm:pt>
    <dgm:pt modelId="{FAE5B9F6-5445-4B82-82D4-3894D3942A38}" type="parTrans" cxnId="{C5F35439-FC17-41C7-8FE3-A42019E893E3}">
      <dgm:prSet/>
      <dgm:spPr/>
      <dgm:t>
        <a:bodyPr/>
        <a:lstStyle/>
        <a:p>
          <a:endParaRPr lang="en-US"/>
        </a:p>
      </dgm:t>
    </dgm:pt>
    <dgm:pt modelId="{6B4ADB96-F76A-4ED3-9393-47604905D982}" type="sibTrans" cxnId="{C5F35439-FC17-41C7-8FE3-A42019E893E3}">
      <dgm:prSet/>
      <dgm:spPr/>
      <dgm:t>
        <a:bodyPr/>
        <a:lstStyle/>
        <a:p>
          <a:endParaRPr lang="en-US"/>
        </a:p>
      </dgm:t>
    </dgm:pt>
    <dgm:pt modelId="{E0A49F17-510B-48DA-BEF3-1F1BB66F70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communication</a:t>
          </a:r>
        </a:p>
      </dgm:t>
    </dgm:pt>
    <dgm:pt modelId="{D77E11FE-0026-487B-B5A0-2F55DC70885E}" type="parTrans" cxnId="{0A922DD5-F4E8-40F3-8991-F07E9148147B}">
      <dgm:prSet/>
      <dgm:spPr/>
      <dgm:t>
        <a:bodyPr/>
        <a:lstStyle/>
        <a:p>
          <a:endParaRPr lang="en-US"/>
        </a:p>
      </dgm:t>
    </dgm:pt>
    <dgm:pt modelId="{CB24A4FA-CA27-47CF-9373-5A16DB93AA4B}" type="sibTrans" cxnId="{0A922DD5-F4E8-40F3-8991-F07E9148147B}">
      <dgm:prSet/>
      <dgm:spPr/>
      <dgm:t>
        <a:bodyPr/>
        <a:lstStyle/>
        <a:p>
          <a:endParaRPr lang="en-US"/>
        </a:p>
      </dgm:t>
    </dgm:pt>
    <dgm:pt modelId="{A70693A0-9EB2-4849-A585-8B5FF3D800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 improved project management</a:t>
          </a:r>
        </a:p>
      </dgm:t>
    </dgm:pt>
    <dgm:pt modelId="{20EDAB6D-466B-4B1F-9DCF-AEE441B414C3}" type="parTrans" cxnId="{CD810FB0-339E-4638-9212-7C9D4DC11954}">
      <dgm:prSet/>
      <dgm:spPr/>
      <dgm:t>
        <a:bodyPr/>
        <a:lstStyle/>
        <a:p>
          <a:endParaRPr lang="en-US"/>
        </a:p>
      </dgm:t>
    </dgm:pt>
    <dgm:pt modelId="{358AE3E8-F985-4ED9-9D25-76229EFA0500}" type="sibTrans" cxnId="{CD810FB0-339E-4638-9212-7C9D4DC11954}">
      <dgm:prSet/>
      <dgm:spPr/>
      <dgm:t>
        <a:bodyPr/>
        <a:lstStyle/>
        <a:p>
          <a:endParaRPr lang="en-US"/>
        </a:p>
      </dgm:t>
    </dgm:pt>
    <dgm:pt modelId="{2547C979-1BD2-4DFE-BC51-AB0CE37F73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to learn</a:t>
          </a:r>
        </a:p>
      </dgm:t>
    </dgm:pt>
    <dgm:pt modelId="{90D55B4C-2938-4328-A1D7-5D06EC92DA39}" type="parTrans" cxnId="{4726CE3F-E7CB-4173-8D28-5B88002AB939}">
      <dgm:prSet/>
      <dgm:spPr/>
      <dgm:t>
        <a:bodyPr/>
        <a:lstStyle/>
        <a:p>
          <a:endParaRPr lang="en-US"/>
        </a:p>
      </dgm:t>
    </dgm:pt>
    <dgm:pt modelId="{61CA20A7-B442-461E-B202-FD2D8AB3FDC8}" type="sibTrans" cxnId="{4726CE3F-E7CB-4173-8D28-5B88002AB939}">
      <dgm:prSet/>
      <dgm:spPr/>
      <dgm:t>
        <a:bodyPr/>
        <a:lstStyle/>
        <a:p>
          <a:endParaRPr lang="en-US"/>
        </a:p>
      </dgm:t>
    </dgm:pt>
    <dgm:pt modelId="{43961BDF-1ADA-4DFF-BF28-6106B27547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Highly scalable</a:t>
          </a:r>
        </a:p>
      </dgm:t>
    </dgm:pt>
    <dgm:pt modelId="{7C38346B-8C02-4F3F-BBE0-90CCCD23DE06}" type="parTrans" cxnId="{33C0D8C7-75BC-4F56-88F6-78ECBD2281E8}">
      <dgm:prSet/>
      <dgm:spPr/>
      <dgm:t>
        <a:bodyPr/>
        <a:lstStyle/>
        <a:p>
          <a:endParaRPr lang="en-US"/>
        </a:p>
      </dgm:t>
    </dgm:pt>
    <dgm:pt modelId="{F7B6C9D4-92A4-4068-A677-550211671277}" type="sibTrans" cxnId="{33C0D8C7-75BC-4F56-88F6-78ECBD2281E8}">
      <dgm:prSet/>
      <dgm:spPr/>
      <dgm:t>
        <a:bodyPr/>
        <a:lstStyle/>
        <a:p>
          <a:endParaRPr lang="en-US"/>
        </a:p>
      </dgm:t>
    </dgm:pt>
    <dgm:pt modelId="{775FF0BC-D67F-416D-807B-6D97B8D3F83C}" type="pres">
      <dgm:prSet presAssocID="{3A8D0B4B-ECDD-4D5B-888D-8BFD88BCF7A2}" presName="root" presStyleCnt="0">
        <dgm:presLayoutVars>
          <dgm:dir/>
          <dgm:resizeHandles val="exact"/>
        </dgm:presLayoutVars>
      </dgm:prSet>
      <dgm:spPr/>
    </dgm:pt>
    <dgm:pt modelId="{4DA595C8-089E-4881-AC8D-EF5E2A73C20E}" type="pres">
      <dgm:prSet presAssocID="{6CB85C3F-098E-48AE-947B-B8C39C2FD118}" presName="compNode" presStyleCnt="0"/>
      <dgm:spPr/>
    </dgm:pt>
    <dgm:pt modelId="{BA1B1C3D-798D-4FDE-9D94-7B47E6BE2E52}" type="pres">
      <dgm:prSet presAssocID="{6CB85C3F-098E-48AE-947B-B8C39C2FD11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3DE0FF0-A89C-4578-9CCD-C396889C6B29}" type="pres">
      <dgm:prSet presAssocID="{6CB85C3F-098E-48AE-947B-B8C39C2FD118}" presName="spaceRect" presStyleCnt="0"/>
      <dgm:spPr/>
    </dgm:pt>
    <dgm:pt modelId="{199DF367-A2A0-4690-A099-ECB64552A6BC}" type="pres">
      <dgm:prSet presAssocID="{6CB85C3F-098E-48AE-947B-B8C39C2FD118}" presName="textRect" presStyleLbl="revTx" presStyleIdx="0" presStyleCnt="6">
        <dgm:presLayoutVars>
          <dgm:chMax val="1"/>
          <dgm:chPref val="1"/>
        </dgm:presLayoutVars>
      </dgm:prSet>
      <dgm:spPr/>
    </dgm:pt>
    <dgm:pt modelId="{C9B08A4F-9C85-4CA1-B183-B9A0C3EC5898}" type="pres">
      <dgm:prSet presAssocID="{3F70F125-C16E-4ADA-A97B-58A6245990C9}" presName="sibTrans" presStyleCnt="0"/>
      <dgm:spPr/>
    </dgm:pt>
    <dgm:pt modelId="{A203ECBC-5C9F-45D1-BE7B-25110EE01F86}" type="pres">
      <dgm:prSet presAssocID="{4399F4C9-F78B-4489-9B71-86C25F913889}" presName="compNode" presStyleCnt="0"/>
      <dgm:spPr/>
    </dgm:pt>
    <dgm:pt modelId="{E2555CEE-C349-4486-946B-341111945689}" type="pres">
      <dgm:prSet presAssocID="{4399F4C9-F78B-4489-9B71-86C25F91388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2641570-8298-4437-AF5D-98279EFBDE12}" type="pres">
      <dgm:prSet presAssocID="{4399F4C9-F78B-4489-9B71-86C25F913889}" presName="spaceRect" presStyleCnt="0"/>
      <dgm:spPr/>
    </dgm:pt>
    <dgm:pt modelId="{670825EF-C734-44FB-B934-353719D0C444}" type="pres">
      <dgm:prSet presAssocID="{4399F4C9-F78B-4489-9B71-86C25F913889}" presName="textRect" presStyleLbl="revTx" presStyleIdx="1" presStyleCnt="6">
        <dgm:presLayoutVars>
          <dgm:chMax val="1"/>
          <dgm:chPref val="1"/>
        </dgm:presLayoutVars>
      </dgm:prSet>
      <dgm:spPr/>
    </dgm:pt>
    <dgm:pt modelId="{C9CBEF96-C2EE-4E5D-A776-7E9C10771631}" type="pres">
      <dgm:prSet presAssocID="{6B4ADB96-F76A-4ED3-9393-47604905D982}" presName="sibTrans" presStyleCnt="0"/>
      <dgm:spPr/>
    </dgm:pt>
    <dgm:pt modelId="{A8FA3D4E-BE48-4D66-B178-BD26B084CE4C}" type="pres">
      <dgm:prSet presAssocID="{E0A49F17-510B-48DA-BEF3-1F1BB66F70A5}" presName="compNode" presStyleCnt="0"/>
      <dgm:spPr/>
    </dgm:pt>
    <dgm:pt modelId="{E600DB5D-7DD7-450C-909C-423D8127044C}" type="pres">
      <dgm:prSet presAssocID="{E0A49F17-510B-48DA-BEF3-1F1BB66F70A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59AAC9B-C807-477B-ADCE-D75860F9A8DC}" type="pres">
      <dgm:prSet presAssocID="{E0A49F17-510B-48DA-BEF3-1F1BB66F70A5}" presName="spaceRect" presStyleCnt="0"/>
      <dgm:spPr/>
    </dgm:pt>
    <dgm:pt modelId="{EF85FFFD-7EB6-4BD3-A877-F37E1A1AC9A3}" type="pres">
      <dgm:prSet presAssocID="{E0A49F17-510B-48DA-BEF3-1F1BB66F70A5}" presName="textRect" presStyleLbl="revTx" presStyleIdx="2" presStyleCnt="6">
        <dgm:presLayoutVars>
          <dgm:chMax val="1"/>
          <dgm:chPref val="1"/>
        </dgm:presLayoutVars>
      </dgm:prSet>
      <dgm:spPr/>
    </dgm:pt>
    <dgm:pt modelId="{BE5EE2C6-8015-4AB6-9399-34F037EC21A3}" type="pres">
      <dgm:prSet presAssocID="{CB24A4FA-CA27-47CF-9373-5A16DB93AA4B}" presName="sibTrans" presStyleCnt="0"/>
      <dgm:spPr/>
    </dgm:pt>
    <dgm:pt modelId="{0957ADA5-5DD1-4919-B1C1-DEA9E710A331}" type="pres">
      <dgm:prSet presAssocID="{A70693A0-9EB2-4849-A585-8B5FF3D80053}" presName="compNode" presStyleCnt="0"/>
      <dgm:spPr/>
    </dgm:pt>
    <dgm:pt modelId="{99F66A50-675B-4533-8D1C-71E73FA94F7E}" type="pres">
      <dgm:prSet presAssocID="{A70693A0-9EB2-4849-A585-8B5FF3D8005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763D4E4-2869-4F6D-B5AB-0B4D6B766851}" type="pres">
      <dgm:prSet presAssocID="{A70693A0-9EB2-4849-A585-8B5FF3D80053}" presName="spaceRect" presStyleCnt="0"/>
      <dgm:spPr/>
    </dgm:pt>
    <dgm:pt modelId="{10C31F75-EC6E-43F2-AB43-810B2A7BAD95}" type="pres">
      <dgm:prSet presAssocID="{A70693A0-9EB2-4849-A585-8B5FF3D80053}" presName="textRect" presStyleLbl="revTx" presStyleIdx="3" presStyleCnt="6">
        <dgm:presLayoutVars>
          <dgm:chMax val="1"/>
          <dgm:chPref val="1"/>
        </dgm:presLayoutVars>
      </dgm:prSet>
      <dgm:spPr/>
    </dgm:pt>
    <dgm:pt modelId="{F3A9F2C4-E60B-44D3-8346-A82068C7C84E}" type="pres">
      <dgm:prSet presAssocID="{358AE3E8-F985-4ED9-9D25-76229EFA0500}" presName="sibTrans" presStyleCnt="0"/>
      <dgm:spPr/>
    </dgm:pt>
    <dgm:pt modelId="{7E9A79D1-0142-482D-81DF-A71460E08A19}" type="pres">
      <dgm:prSet presAssocID="{2547C979-1BD2-4DFE-BC51-AB0CE37F734C}" presName="compNode" presStyleCnt="0"/>
      <dgm:spPr/>
    </dgm:pt>
    <dgm:pt modelId="{3ACB376F-6F2E-4947-9B05-FD1363E09B13}" type="pres">
      <dgm:prSet presAssocID="{2547C979-1BD2-4DFE-BC51-AB0CE37F734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CD702A0-899D-40B5-8137-343283B49C17}" type="pres">
      <dgm:prSet presAssocID="{2547C979-1BD2-4DFE-BC51-AB0CE37F734C}" presName="spaceRect" presStyleCnt="0"/>
      <dgm:spPr/>
    </dgm:pt>
    <dgm:pt modelId="{8044F52E-512D-420C-8C65-4B4172FE2B25}" type="pres">
      <dgm:prSet presAssocID="{2547C979-1BD2-4DFE-BC51-AB0CE37F734C}" presName="textRect" presStyleLbl="revTx" presStyleIdx="4" presStyleCnt="6">
        <dgm:presLayoutVars>
          <dgm:chMax val="1"/>
          <dgm:chPref val="1"/>
        </dgm:presLayoutVars>
      </dgm:prSet>
      <dgm:spPr/>
    </dgm:pt>
    <dgm:pt modelId="{4FCDF7AB-A2DD-4B3B-BE9E-C435F2F2D0D8}" type="pres">
      <dgm:prSet presAssocID="{61CA20A7-B442-461E-B202-FD2D8AB3FDC8}" presName="sibTrans" presStyleCnt="0"/>
      <dgm:spPr/>
    </dgm:pt>
    <dgm:pt modelId="{A8F7524C-0F6B-47BB-9807-E3CB49FC2D50}" type="pres">
      <dgm:prSet presAssocID="{43961BDF-1ADA-4DFF-BF28-6106B27547BA}" presName="compNode" presStyleCnt="0"/>
      <dgm:spPr/>
    </dgm:pt>
    <dgm:pt modelId="{C44AD76C-85D1-4B71-B42D-62C5F2DE7764}" type="pres">
      <dgm:prSet presAssocID="{43961BDF-1ADA-4DFF-BF28-6106B27547B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BC6F8E1-20F8-43CC-B966-1635B42514BA}" type="pres">
      <dgm:prSet presAssocID="{43961BDF-1ADA-4DFF-BF28-6106B27547BA}" presName="spaceRect" presStyleCnt="0"/>
      <dgm:spPr/>
    </dgm:pt>
    <dgm:pt modelId="{96029332-B705-44CD-ADE3-EE678B7673DB}" type="pres">
      <dgm:prSet presAssocID="{43961BDF-1ADA-4DFF-BF28-6106B27547B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3155B1B-CA6F-4665-B432-EA92FE389564}" type="presOf" srcId="{6CB85C3F-098E-48AE-947B-B8C39C2FD118}" destId="{199DF367-A2A0-4690-A099-ECB64552A6BC}" srcOrd="0" destOrd="0" presId="urn:microsoft.com/office/officeart/2018/2/layout/IconLabelList"/>
    <dgm:cxn modelId="{3082D12D-6CCE-4DC7-AAEC-2A491C57BE6B}" type="presOf" srcId="{E0A49F17-510B-48DA-BEF3-1F1BB66F70A5}" destId="{EF85FFFD-7EB6-4BD3-A877-F37E1A1AC9A3}" srcOrd="0" destOrd="0" presId="urn:microsoft.com/office/officeart/2018/2/layout/IconLabelList"/>
    <dgm:cxn modelId="{C5F35439-FC17-41C7-8FE3-A42019E893E3}" srcId="{3A8D0B4B-ECDD-4D5B-888D-8BFD88BCF7A2}" destId="{4399F4C9-F78B-4489-9B71-86C25F913889}" srcOrd="1" destOrd="0" parTransId="{FAE5B9F6-5445-4B82-82D4-3894D3942A38}" sibTransId="{6B4ADB96-F76A-4ED3-9393-47604905D982}"/>
    <dgm:cxn modelId="{4726CE3F-E7CB-4173-8D28-5B88002AB939}" srcId="{3A8D0B4B-ECDD-4D5B-888D-8BFD88BCF7A2}" destId="{2547C979-1BD2-4DFE-BC51-AB0CE37F734C}" srcOrd="4" destOrd="0" parTransId="{90D55B4C-2938-4328-A1D7-5D06EC92DA39}" sibTransId="{61CA20A7-B442-461E-B202-FD2D8AB3FDC8}"/>
    <dgm:cxn modelId="{43866C6C-EC64-4D26-900B-A76823B8E4A8}" type="presOf" srcId="{3A8D0B4B-ECDD-4D5B-888D-8BFD88BCF7A2}" destId="{775FF0BC-D67F-416D-807B-6D97B8D3F83C}" srcOrd="0" destOrd="0" presId="urn:microsoft.com/office/officeart/2018/2/layout/IconLabelList"/>
    <dgm:cxn modelId="{75B703A0-A797-4006-B4D1-6E2CFCD90327}" type="presOf" srcId="{4399F4C9-F78B-4489-9B71-86C25F913889}" destId="{670825EF-C734-44FB-B934-353719D0C444}" srcOrd="0" destOrd="0" presId="urn:microsoft.com/office/officeart/2018/2/layout/IconLabelList"/>
    <dgm:cxn modelId="{EF4323A1-2CD3-456A-AFDD-EA15ED6CFF27}" type="presOf" srcId="{A70693A0-9EB2-4849-A585-8B5FF3D80053}" destId="{10C31F75-EC6E-43F2-AB43-810B2A7BAD95}" srcOrd="0" destOrd="0" presId="urn:microsoft.com/office/officeart/2018/2/layout/IconLabelList"/>
    <dgm:cxn modelId="{CD810FB0-339E-4638-9212-7C9D4DC11954}" srcId="{3A8D0B4B-ECDD-4D5B-888D-8BFD88BCF7A2}" destId="{A70693A0-9EB2-4849-A585-8B5FF3D80053}" srcOrd="3" destOrd="0" parTransId="{20EDAB6D-466B-4B1F-9DCF-AEE441B414C3}" sibTransId="{358AE3E8-F985-4ED9-9D25-76229EFA0500}"/>
    <dgm:cxn modelId="{33C0D8C7-75BC-4F56-88F6-78ECBD2281E8}" srcId="{3A8D0B4B-ECDD-4D5B-888D-8BFD88BCF7A2}" destId="{43961BDF-1ADA-4DFF-BF28-6106B27547BA}" srcOrd="5" destOrd="0" parTransId="{7C38346B-8C02-4F3F-BBE0-90CCCD23DE06}" sibTransId="{F7B6C9D4-92A4-4068-A677-550211671277}"/>
    <dgm:cxn modelId="{BAAF32CD-2DBE-431E-8B55-103710FB8572}" type="presOf" srcId="{2547C979-1BD2-4DFE-BC51-AB0CE37F734C}" destId="{8044F52E-512D-420C-8C65-4B4172FE2B25}" srcOrd="0" destOrd="0" presId="urn:microsoft.com/office/officeart/2018/2/layout/IconLabelList"/>
    <dgm:cxn modelId="{0A922DD5-F4E8-40F3-8991-F07E9148147B}" srcId="{3A8D0B4B-ECDD-4D5B-888D-8BFD88BCF7A2}" destId="{E0A49F17-510B-48DA-BEF3-1F1BB66F70A5}" srcOrd="2" destOrd="0" parTransId="{D77E11FE-0026-487B-B5A0-2F55DC70885E}" sibTransId="{CB24A4FA-CA27-47CF-9373-5A16DB93AA4B}"/>
    <dgm:cxn modelId="{DB1B28DD-0237-48A0-8660-80FAAB1D9D2D}" type="presOf" srcId="{43961BDF-1ADA-4DFF-BF28-6106B27547BA}" destId="{96029332-B705-44CD-ADE3-EE678B7673DB}" srcOrd="0" destOrd="0" presId="urn:microsoft.com/office/officeart/2018/2/layout/IconLabelList"/>
    <dgm:cxn modelId="{4664CEFC-1A18-4C7C-AA7A-C95392B15CC6}" srcId="{3A8D0B4B-ECDD-4D5B-888D-8BFD88BCF7A2}" destId="{6CB85C3F-098E-48AE-947B-B8C39C2FD118}" srcOrd="0" destOrd="0" parTransId="{06C505E6-8910-412D-AA46-E7A62C7A4611}" sibTransId="{3F70F125-C16E-4ADA-A97B-58A6245990C9}"/>
    <dgm:cxn modelId="{D9079772-B4EF-4756-849C-C8206774E17A}" type="presParOf" srcId="{775FF0BC-D67F-416D-807B-6D97B8D3F83C}" destId="{4DA595C8-089E-4881-AC8D-EF5E2A73C20E}" srcOrd="0" destOrd="0" presId="urn:microsoft.com/office/officeart/2018/2/layout/IconLabelList"/>
    <dgm:cxn modelId="{2E70B25C-E23B-40DE-B479-98D354EE8847}" type="presParOf" srcId="{4DA595C8-089E-4881-AC8D-EF5E2A73C20E}" destId="{BA1B1C3D-798D-4FDE-9D94-7B47E6BE2E52}" srcOrd="0" destOrd="0" presId="urn:microsoft.com/office/officeart/2018/2/layout/IconLabelList"/>
    <dgm:cxn modelId="{D885E2F8-564F-4549-A827-44D464FC59F6}" type="presParOf" srcId="{4DA595C8-089E-4881-AC8D-EF5E2A73C20E}" destId="{93DE0FF0-A89C-4578-9CCD-C396889C6B29}" srcOrd="1" destOrd="0" presId="urn:microsoft.com/office/officeart/2018/2/layout/IconLabelList"/>
    <dgm:cxn modelId="{1654A04D-B9B1-4C7E-95FC-C88C998E400A}" type="presParOf" srcId="{4DA595C8-089E-4881-AC8D-EF5E2A73C20E}" destId="{199DF367-A2A0-4690-A099-ECB64552A6BC}" srcOrd="2" destOrd="0" presId="urn:microsoft.com/office/officeart/2018/2/layout/IconLabelList"/>
    <dgm:cxn modelId="{03CA5EB1-7DBB-4FD2-B965-02AE8C8AA786}" type="presParOf" srcId="{775FF0BC-D67F-416D-807B-6D97B8D3F83C}" destId="{C9B08A4F-9C85-4CA1-B183-B9A0C3EC5898}" srcOrd="1" destOrd="0" presId="urn:microsoft.com/office/officeart/2018/2/layout/IconLabelList"/>
    <dgm:cxn modelId="{77E42049-B8A9-47B7-94AC-871FD44FBF3A}" type="presParOf" srcId="{775FF0BC-D67F-416D-807B-6D97B8D3F83C}" destId="{A203ECBC-5C9F-45D1-BE7B-25110EE01F86}" srcOrd="2" destOrd="0" presId="urn:microsoft.com/office/officeart/2018/2/layout/IconLabelList"/>
    <dgm:cxn modelId="{8CB6D143-2450-44E4-B5BD-8545D0920506}" type="presParOf" srcId="{A203ECBC-5C9F-45D1-BE7B-25110EE01F86}" destId="{E2555CEE-C349-4486-946B-341111945689}" srcOrd="0" destOrd="0" presId="urn:microsoft.com/office/officeart/2018/2/layout/IconLabelList"/>
    <dgm:cxn modelId="{9CECA653-6890-4275-B3C5-73DBB886F502}" type="presParOf" srcId="{A203ECBC-5C9F-45D1-BE7B-25110EE01F86}" destId="{72641570-8298-4437-AF5D-98279EFBDE12}" srcOrd="1" destOrd="0" presId="urn:microsoft.com/office/officeart/2018/2/layout/IconLabelList"/>
    <dgm:cxn modelId="{172E345C-501F-4D02-908F-D9C1C40C5BF7}" type="presParOf" srcId="{A203ECBC-5C9F-45D1-BE7B-25110EE01F86}" destId="{670825EF-C734-44FB-B934-353719D0C444}" srcOrd="2" destOrd="0" presId="urn:microsoft.com/office/officeart/2018/2/layout/IconLabelList"/>
    <dgm:cxn modelId="{6591E3E6-0C38-4983-B7C0-92C8796A0CB4}" type="presParOf" srcId="{775FF0BC-D67F-416D-807B-6D97B8D3F83C}" destId="{C9CBEF96-C2EE-4E5D-A776-7E9C10771631}" srcOrd="3" destOrd="0" presId="urn:microsoft.com/office/officeart/2018/2/layout/IconLabelList"/>
    <dgm:cxn modelId="{7AA05B48-B8E8-438F-9AF5-BF62C4B3D730}" type="presParOf" srcId="{775FF0BC-D67F-416D-807B-6D97B8D3F83C}" destId="{A8FA3D4E-BE48-4D66-B178-BD26B084CE4C}" srcOrd="4" destOrd="0" presId="urn:microsoft.com/office/officeart/2018/2/layout/IconLabelList"/>
    <dgm:cxn modelId="{95B30887-DD7F-4C67-B66E-0E36BC4BA223}" type="presParOf" srcId="{A8FA3D4E-BE48-4D66-B178-BD26B084CE4C}" destId="{E600DB5D-7DD7-450C-909C-423D8127044C}" srcOrd="0" destOrd="0" presId="urn:microsoft.com/office/officeart/2018/2/layout/IconLabelList"/>
    <dgm:cxn modelId="{55DFC1FE-20AC-41FE-8FAE-EE201D92FD14}" type="presParOf" srcId="{A8FA3D4E-BE48-4D66-B178-BD26B084CE4C}" destId="{B59AAC9B-C807-477B-ADCE-D75860F9A8DC}" srcOrd="1" destOrd="0" presId="urn:microsoft.com/office/officeart/2018/2/layout/IconLabelList"/>
    <dgm:cxn modelId="{E5143C7E-65D6-4E95-9575-7F9AD9044BBC}" type="presParOf" srcId="{A8FA3D4E-BE48-4D66-B178-BD26B084CE4C}" destId="{EF85FFFD-7EB6-4BD3-A877-F37E1A1AC9A3}" srcOrd="2" destOrd="0" presId="urn:microsoft.com/office/officeart/2018/2/layout/IconLabelList"/>
    <dgm:cxn modelId="{3867199A-43FC-4F96-8972-641D958DEC29}" type="presParOf" srcId="{775FF0BC-D67F-416D-807B-6D97B8D3F83C}" destId="{BE5EE2C6-8015-4AB6-9399-34F037EC21A3}" srcOrd="5" destOrd="0" presId="urn:microsoft.com/office/officeart/2018/2/layout/IconLabelList"/>
    <dgm:cxn modelId="{317ECDC9-FD96-40BE-90A2-2A76C61B146E}" type="presParOf" srcId="{775FF0BC-D67F-416D-807B-6D97B8D3F83C}" destId="{0957ADA5-5DD1-4919-B1C1-DEA9E710A331}" srcOrd="6" destOrd="0" presId="urn:microsoft.com/office/officeart/2018/2/layout/IconLabelList"/>
    <dgm:cxn modelId="{EFA43224-3E38-449C-83D0-E34BB23261B0}" type="presParOf" srcId="{0957ADA5-5DD1-4919-B1C1-DEA9E710A331}" destId="{99F66A50-675B-4533-8D1C-71E73FA94F7E}" srcOrd="0" destOrd="0" presId="urn:microsoft.com/office/officeart/2018/2/layout/IconLabelList"/>
    <dgm:cxn modelId="{CCE4E551-8A8B-48AA-AE02-692C75520CE0}" type="presParOf" srcId="{0957ADA5-5DD1-4919-B1C1-DEA9E710A331}" destId="{F763D4E4-2869-4F6D-B5AB-0B4D6B766851}" srcOrd="1" destOrd="0" presId="urn:microsoft.com/office/officeart/2018/2/layout/IconLabelList"/>
    <dgm:cxn modelId="{A0483E0B-B465-4640-88CD-428340718628}" type="presParOf" srcId="{0957ADA5-5DD1-4919-B1C1-DEA9E710A331}" destId="{10C31F75-EC6E-43F2-AB43-810B2A7BAD95}" srcOrd="2" destOrd="0" presId="urn:microsoft.com/office/officeart/2018/2/layout/IconLabelList"/>
    <dgm:cxn modelId="{369C3052-0A4A-41D1-8C13-EE4F2D472136}" type="presParOf" srcId="{775FF0BC-D67F-416D-807B-6D97B8D3F83C}" destId="{F3A9F2C4-E60B-44D3-8346-A82068C7C84E}" srcOrd="7" destOrd="0" presId="urn:microsoft.com/office/officeart/2018/2/layout/IconLabelList"/>
    <dgm:cxn modelId="{78F1DD5D-CE19-4242-9B27-73EB675EE3CC}" type="presParOf" srcId="{775FF0BC-D67F-416D-807B-6D97B8D3F83C}" destId="{7E9A79D1-0142-482D-81DF-A71460E08A19}" srcOrd="8" destOrd="0" presId="urn:microsoft.com/office/officeart/2018/2/layout/IconLabelList"/>
    <dgm:cxn modelId="{A925F9AA-4298-40BB-BF5C-5A506DBC4292}" type="presParOf" srcId="{7E9A79D1-0142-482D-81DF-A71460E08A19}" destId="{3ACB376F-6F2E-4947-9B05-FD1363E09B13}" srcOrd="0" destOrd="0" presId="urn:microsoft.com/office/officeart/2018/2/layout/IconLabelList"/>
    <dgm:cxn modelId="{1187179D-7C65-46C9-B3A2-6859B7A50F3E}" type="presParOf" srcId="{7E9A79D1-0142-482D-81DF-A71460E08A19}" destId="{4CD702A0-899D-40B5-8137-343283B49C17}" srcOrd="1" destOrd="0" presId="urn:microsoft.com/office/officeart/2018/2/layout/IconLabelList"/>
    <dgm:cxn modelId="{937DC3FB-0305-4C0F-82A6-23C2B7C51886}" type="presParOf" srcId="{7E9A79D1-0142-482D-81DF-A71460E08A19}" destId="{8044F52E-512D-420C-8C65-4B4172FE2B25}" srcOrd="2" destOrd="0" presId="urn:microsoft.com/office/officeart/2018/2/layout/IconLabelList"/>
    <dgm:cxn modelId="{2F0854CE-01CA-41FD-9C14-7B37959C83F6}" type="presParOf" srcId="{775FF0BC-D67F-416D-807B-6D97B8D3F83C}" destId="{4FCDF7AB-A2DD-4B3B-BE9E-C435F2F2D0D8}" srcOrd="9" destOrd="0" presId="urn:microsoft.com/office/officeart/2018/2/layout/IconLabelList"/>
    <dgm:cxn modelId="{6D00AC31-E955-450C-AEF3-17F902DD6212}" type="presParOf" srcId="{775FF0BC-D67F-416D-807B-6D97B8D3F83C}" destId="{A8F7524C-0F6B-47BB-9807-E3CB49FC2D50}" srcOrd="10" destOrd="0" presId="urn:microsoft.com/office/officeart/2018/2/layout/IconLabelList"/>
    <dgm:cxn modelId="{072AEE8B-97F1-4DE4-A80D-16FAF558F347}" type="presParOf" srcId="{A8F7524C-0F6B-47BB-9807-E3CB49FC2D50}" destId="{C44AD76C-85D1-4B71-B42D-62C5F2DE7764}" srcOrd="0" destOrd="0" presId="urn:microsoft.com/office/officeart/2018/2/layout/IconLabelList"/>
    <dgm:cxn modelId="{BCCE8653-F30C-47AE-8C78-1D1001513CBB}" type="presParOf" srcId="{A8F7524C-0F6B-47BB-9807-E3CB49FC2D50}" destId="{4BC6F8E1-20F8-43CC-B966-1635B42514BA}" srcOrd="1" destOrd="0" presId="urn:microsoft.com/office/officeart/2018/2/layout/IconLabelList"/>
    <dgm:cxn modelId="{369AAF67-57E8-4C76-B7ED-F7ABD0280660}" type="presParOf" srcId="{A8F7524C-0F6B-47BB-9807-E3CB49FC2D50}" destId="{96029332-B705-44CD-ADE3-EE678B7673D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1CA60-08A8-401A-9023-F87309A8C548}">
      <dsp:nvSpPr>
        <dsp:cNvPr id="0" name=""/>
        <dsp:cNvSpPr/>
      </dsp:nvSpPr>
      <dsp:spPr>
        <a:xfrm>
          <a:off x="2957" y="1403985"/>
          <a:ext cx="677742" cy="677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88B86-8B20-479A-A24F-A37744308580}">
      <dsp:nvSpPr>
        <dsp:cNvPr id="0" name=""/>
        <dsp:cNvSpPr/>
      </dsp:nvSpPr>
      <dsp:spPr>
        <a:xfrm>
          <a:off x="2957" y="2180516"/>
          <a:ext cx="1936406" cy="435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Current issue tracking is inconsistent</a:t>
          </a:r>
        </a:p>
      </dsp:txBody>
      <dsp:txXfrm>
        <a:off x="2957" y="2180516"/>
        <a:ext cx="1936406" cy="435691"/>
      </dsp:txXfrm>
    </dsp:sp>
    <dsp:sp modelId="{15980951-D3AF-4A2B-A498-148EE375FCC0}">
      <dsp:nvSpPr>
        <dsp:cNvPr id="0" name=""/>
        <dsp:cNvSpPr/>
      </dsp:nvSpPr>
      <dsp:spPr>
        <a:xfrm>
          <a:off x="2957" y="2662156"/>
          <a:ext cx="1936406" cy="103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D22F0-A795-4419-A428-BA026E8B36BB}">
      <dsp:nvSpPr>
        <dsp:cNvPr id="0" name=""/>
        <dsp:cNvSpPr/>
      </dsp:nvSpPr>
      <dsp:spPr>
        <a:xfrm>
          <a:off x="2278234" y="1403985"/>
          <a:ext cx="677742" cy="677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BBE19-9FD5-4C44-82A9-62E62C368CF5}">
      <dsp:nvSpPr>
        <dsp:cNvPr id="0" name=""/>
        <dsp:cNvSpPr/>
      </dsp:nvSpPr>
      <dsp:spPr>
        <a:xfrm>
          <a:off x="2278234" y="2180516"/>
          <a:ext cx="1936406" cy="435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Different tools and methods</a:t>
          </a:r>
        </a:p>
      </dsp:txBody>
      <dsp:txXfrm>
        <a:off x="2278234" y="2180516"/>
        <a:ext cx="1936406" cy="435691"/>
      </dsp:txXfrm>
    </dsp:sp>
    <dsp:sp modelId="{92E0C9E9-F8FF-4E94-970D-35CD61B02AB6}">
      <dsp:nvSpPr>
        <dsp:cNvPr id="0" name=""/>
        <dsp:cNvSpPr/>
      </dsp:nvSpPr>
      <dsp:spPr>
        <a:xfrm>
          <a:off x="2278234" y="2662156"/>
          <a:ext cx="1936406" cy="103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B8717-7144-45BC-98FE-A05D9925B43D}">
      <dsp:nvSpPr>
        <dsp:cNvPr id="0" name=""/>
        <dsp:cNvSpPr/>
      </dsp:nvSpPr>
      <dsp:spPr>
        <a:xfrm>
          <a:off x="4553511" y="1403985"/>
          <a:ext cx="677742" cy="6777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6B8B8-C2C7-4F9A-8913-3AD43D39190A}">
      <dsp:nvSpPr>
        <dsp:cNvPr id="0" name=""/>
        <dsp:cNvSpPr/>
      </dsp:nvSpPr>
      <dsp:spPr>
        <a:xfrm>
          <a:off x="4553511" y="2180516"/>
          <a:ext cx="1936406" cy="435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Leads to:</a:t>
          </a:r>
        </a:p>
      </dsp:txBody>
      <dsp:txXfrm>
        <a:off x="4553511" y="2180516"/>
        <a:ext cx="1936406" cy="435691"/>
      </dsp:txXfrm>
    </dsp:sp>
    <dsp:sp modelId="{D7FF4B38-5C94-4C4D-BBC3-51FCB200C416}">
      <dsp:nvSpPr>
        <dsp:cNvPr id="0" name=""/>
        <dsp:cNvSpPr/>
      </dsp:nvSpPr>
      <dsp:spPr>
        <a:xfrm>
          <a:off x="4553511" y="2662156"/>
          <a:ext cx="1936406" cy="103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Disorganization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Missed updates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Increased workload</a:t>
          </a:r>
        </a:p>
      </dsp:txBody>
      <dsp:txXfrm>
        <a:off x="4553511" y="2662156"/>
        <a:ext cx="1936406" cy="1039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59762-0360-42D3-A814-1CB0CF232279}">
      <dsp:nvSpPr>
        <dsp:cNvPr id="0" name=""/>
        <dsp:cNvSpPr/>
      </dsp:nvSpPr>
      <dsp:spPr>
        <a:xfrm>
          <a:off x="-71825" y="7238"/>
          <a:ext cx="6237359" cy="13005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57294-AAB2-483E-AD57-F70F501B04E2}">
      <dsp:nvSpPr>
        <dsp:cNvPr id="0" name=""/>
        <dsp:cNvSpPr/>
      </dsp:nvSpPr>
      <dsp:spPr>
        <a:xfrm>
          <a:off x="321581" y="299854"/>
          <a:ext cx="715285" cy="7152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EA89E-7C88-4449-8507-CF1EFA24BB1F}">
      <dsp:nvSpPr>
        <dsp:cNvPr id="0" name=""/>
        <dsp:cNvSpPr/>
      </dsp:nvSpPr>
      <dsp:spPr>
        <a:xfrm>
          <a:off x="1430273" y="7238"/>
          <a:ext cx="4732322" cy="1300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8" tIns="137638" rIns="137638" bIns="1376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Web-based issue and project tracking</a:t>
          </a:r>
        </a:p>
      </dsp:txBody>
      <dsp:txXfrm>
        <a:off x="1430273" y="7238"/>
        <a:ext cx="4732322" cy="1300518"/>
      </dsp:txXfrm>
    </dsp:sp>
    <dsp:sp modelId="{4DF0FA81-D94C-4B50-BE56-F615869AA5E8}">
      <dsp:nvSpPr>
        <dsp:cNvPr id="0" name=""/>
        <dsp:cNvSpPr/>
      </dsp:nvSpPr>
      <dsp:spPr>
        <a:xfrm>
          <a:off x="-71825" y="1632886"/>
          <a:ext cx="6237359" cy="13005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4B47E-24F8-4593-86F3-487B2F2A9A0C}">
      <dsp:nvSpPr>
        <dsp:cNvPr id="0" name=""/>
        <dsp:cNvSpPr/>
      </dsp:nvSpPr>
      <dsp:spPr>
        <a:xfrm>
          <a:off x="321581" y="1925502"/>
          <a:ext cx="715285" cy="7152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46C5C-9EB7-4270-9A3F-8C0EE0C81BC3}">
      <dsp:nvSpPr>
        <dsp:cNvPr id="0" name=""/>
        <dsp:cNvSpPr/>
      </dsp:nvSpPr>
      <dsp:spPr>
        <a:xfrm>
          <a:off x="1430273" y="1632886"/>
          <a:ext cx="4732322" cy="1300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8" tIns="137638" rIns="137638" bIns="1376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Designed for collaboration and simplicity</a:t>
          </a:r>
        </a:p>
      </dsp:txBody>
      <dsp:txXfrm>
        <a:off x="1430273" y="1632886"/>
        <a:ext cx="4732322" cy="1300518"/>
      </dsp:txXfrm>
    </dsp:sp>
    <dsp:sp modelId="{AD4ADA42-92D6-459B-ABAF-1D58FE793D19}">
      <dsp:nvSpPr>
        <dsp:cNvPr id="0" name=""/>
        <dsp:cNvSpPr/>
      </dsp:nvSpPr>
      <dsp:spPr>
        <a:xfrm>
          <a:off x="-71825" y="3258534"/>
          <a:ext cx="6237359" cy="13005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D6DCF-A692-45F8-BBA6-8789F0266B0E}">
      <dsp:nvSpPr>
        <dsp:cNvPr id="0" name=""/>
        <dsp:cNvSpPr/>
      </dsp:nvSpPr>
      <dsp:spPr>
        <a:xfrm>
          <a:off x="321581" y="3551151"/>
          <a:ext cx="715285" cy="7152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08C1C-17DF-49E3-BDEE-E585BC53D39B}">
      <dsp:nvSpPr>
        <dsp:cNvPr id="0" name=""/>
        <dsp:cNvSpPr/>
      </dsp:nvSpPr>
      <dsp:spPr>
        <a:xfrm>
          <a:off x="1430273" y="3258534"/>
          <a:ext cx="2806811" cy="1300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8" tIns="137638" rIns="137638" bIns="1376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Features:</a:t>
          </a:r>
        </a:p>
      </dsp:txBody>
      <dsp:txXfrm>
        <a:off x="1430273" y="3258534"/>
        <a:ext cx="2806811" cy="1300518"/>
      </dsp:txXfrm>
    </dsp:sp>
    <dsp:sp modelId="{93354366-D17F-4602-BB73-7CF380FA5E36}">
      <dsp:nvSpPr>
        <dsp:cNvPr id="0" name=""/>
        <dsp:cNvSpPr/>
      </dsp:nvSpPr>
      <dsp:spPr>
        <a:xfrm>
          <a:off x="4090495" y="3258534"/>
          <a:ext cx="2218688" cy="1300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638" tIns="137638" rIns="137638" bIns="13763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Real-time sync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 Agents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Clean, intuitive design</a:t>
          </a:r>
        </a:p>
      </dsp:txBody>
      <dsp:txXfrm>
        <a:off x="4090495" y="3258534"/>
        <a:ext cx="2218688" cy="13005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B1C3D-798D-4FDE-9D94-7B47E6BE2E52}">
      <dsp:nvSpPr>
        <dsp:cNvPr id="0" name=""/>
        <dsp:cNvSpPr/>
      </dsp:nvSpPr>
      <dsp:spPr>
        <a:xfrm>
          <a:off x="726437" y="49137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DF367-A2A0-4690-A099-ECB64552A6BC}">
      <dsp:nvSpPr>
        <dsp:cNvPr id="0" name=""/>
        <dsp:cNvSpPr/>
      </dsp:nvSpPr>
      <dsp:spPr>
        <a:xfrm>
          <a:off x="231437" y="1607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Centralized system</a:t>
          </a:r>
        </a:p>
      </dsp:txBody>
      <dsp:txXfrm>
        <a:off x="231437" y="1607700"/>
        <a:ext cx="1800000" cy="720000"/>
      </dsp:txXfrm>
    </dsp:sp>
    <dsp:sp modelId="{E2555CEE-C349-4486-946B-341111945689}">
      <dsp:nvSpPr>
        <dsp:cNvPr id="0" name=""/>
        <dsp:cNvSpPr/>
      </dsp:nvSpPr>
      <dsp:spPr>
        <a:xfrm>
          <a:off x="2841437" y="491375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825EF-C734-44FB-B934-353719D0C444}">
      <dsp:nvSpPr>
        <dsp:cNvPr id="0" name=""/>
        <dsp:cNvSpPr/>
      </dsp:nvSpPr>
      <dsp:spPr>
        <a:xfrm>
          <a:off x="2346437" y="1607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 repetitive tasks</a:t>
          </a:r>
        </a:p>
      </dsp:txBody>
      <dsp:txXfrm>
        <a:off x="2346437" y="1607700"/>
        <a:ext cx="1800000" cy="720000"/>
      </dsp:txXfrm>
    </dsp:sp>
    <dsp:sp modelId="{E600DB5D-7DD7-450C-909C-423D8127044C}">
      <dsp:nvSpPr>
        <dsp:cNvPr id="0" name=""/>
        <dsp:cNvSpPr/>
      </dsp:nvSpPr>
      <dsp:spPr>
        <a:xfrm>
          <a:off x="4956437" y="491375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5FFFD-7EB6-4BD3-A877-F37E1A1AC9A3}">
      <dsp:nvSpPr>
        <dsp:cNvPr id="0" name=""/>
        <dsp:cNvSpPr/>
      </dsp:nvSpPr>
      <dsp:spPr>
        <a:xfrm>
          <a:off x="4461437" y="16077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communication</a:t>
          </a:r>
        </a:p>
      </dsp:txBody>
      <dsp:txXfrm>
        <a:off x="4461437" y="1607700"/>
        <a:ext cx="1800000" cy="720000"/>
      </dsp:txXfrm>
    </dsp:sp>
    <dsp:sp modelId="{99F66A50-675B-4533-8D1C-71E73FA94F7E}">
      <dsp:nvSpPr>
        <dsp:cNvPr id="0" name=""/>
        <dsp:cNvSpPr/>
      </dsp:nvSpPr>
      <dsp:spPr>
        <a:xfrm>
          <a:off x="726437" y="27777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31F75-EC6E-43F2-AB43-810B2A7BAD95}">
      <dsp:nvSpPr>
        <dsp:cNvPr id="0" name=""/>
        <dsp:cNvSpPr/>
      </dsp:nvSpPr>
      <dsp:spPr>
        <a:xfrm>
          <a:off x="231437" y="389402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Enable improved project management</a:t>
          </a:r>
        </a:p>
      </dsp:txBody>
      <dsp:txXfrm>
        <a:off x="231437" y="3894024"/>
        <a:ext cx="1800000" cy="720000"/>
      </dsp:txXfrm>
    </dsp:sp>
    <dsp:sp modelId="{3ACB376F-6F2E-4947-9B05-FD1363E09B13}">
      <dsp:nvSpPr>
        <dsp:cNvPr id="0" name=""/>
        <dsp:cNvSpPr/>
      </dsp:nvSpPr>
      <dsp:spPr>
        <a:xfrm>
          <a:off x="2841437" y="277770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4F52E-512D-420C-8C65-4B4172FE2B25}">
      <dsp:nvSpPr>
        <dsp:cNvPr id="0" name=""/>
        <dsp:cNvSpPr/>
      </dsp:nvSpPr>
      <dsp:spPr>
        <a:xfrm>
          <a:off x="2346437" y="389402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Easy to learn</a:t>
          </a:r>
        </a:p>
      </dsp:txBody>
      <dsp:txXfrm>
        <a:off x="2346437" y="3894024"/>
        <a:ext cx="1800000" cy="720000"/>
      </dsp:txXfrm>
    </dsp:sp>
    <dsp:sp modelId="{C44AD76C-85D1-4B71-B42D-62C5F2DE7764}">
      <dsp:nvSpPr>
        <dsp:cNvPr id="0" name=""/>
        <dsp:cNvSpPr/>
      </dsp:nvSpPr>
      <dsp:spPr>
        <a:xfrm>
          <a:off x="4956437" y="2777700"/>
          <a:ext cx="810000" cy="81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29332-B705-44CD-ADE3-EE678B7673DB}">
      <dsp:nvSpPr>
        <dsp:cNvPr id="0" name=""/>
        <dsp:cNvSpPr/>
      </dsp:nvSpPr>
      <dsp:spPr>
        <a:xfrm>
          <a:off x="4461437" y="389402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Highly scalable</a:t>
          </a:r>
        </a:p>
      </dsp:txBody>
      <dsp:txXfrm>
        <a:off x="4461437" y="389402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10/25/2025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1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0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8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5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4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6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30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18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9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3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1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34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300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60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20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563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56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207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731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722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9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282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723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27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9894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96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9843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884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253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942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27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966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3449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546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37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660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287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00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882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79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27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471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71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982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929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776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411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47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7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0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66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it.io/tools/trending/linear-app-review" TargetMode="External"/><Relationship Id="rId7" Type="http://schemas.openxmlformats.org/officeDocument/2006/relationships/hyperlink" Target="https://www.atlassian.com/software/jira" TargetMode="External"/><Relationship Id="rId2" Type="http://schemas.openxmlformats.org/officeDocument/2006/relationships/slideLayout" Target="../slideLayouts/slideLayout36.xml"/><Relationship Id="rId1" Type="http://schemas.openxmlformats.org/officeDocument/2006/relationships/themeOverride" Target="../theme/themeOverride2.xml"/><Relationship Id="rId6" Type="http://schemas.openxmlformats.org/officeDocument/2006/relationships/hyperlink" Target="https://github.com/" TargetMode="External"/><Relationship Id="rId5" Type="http://schemas.openxmlformats.org/officeDocument/2006/relationships/hyperlink" Target="https://trello.com/" TargetMode="External"/><Relationship Id="rId4" Type="http://schemas.openxmlformats.org/officeDocument/2006/relationships/hyperlink" Target="https://linear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en-US" sz="6200"/>
              <a:t>Linear Implementation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300"/>
              <a:t>Alexandra Beno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Student ID 011095454</a:t>
            </a:r>
          </a:p>
          <a:p>
            <a:pPr algn="l">
              <a:lnSpc>
                <a:spcPct val="90000"/>
              </a:lnSpc>
            </a:pPr>
            <a:r>
              <a:rPr lang="en-US" sz="1300"/>
              <a:t>C768 PA Task 3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880" y="595508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176" y="2887435"/>
            <a:ext cx="7243603" cy="2719193"/>
          </a:xfrm>
        </p:spPr>
        <p:txBody>
          <a:bodyPr anchor="t">
            <a:normAutofit/>
          </a:bodyPr>
          <a:lstStyle/>
          <a:p>
            <a:r>
              <a:rPr lang="en-US" sz="1800" dirty="0"/>
              <a:t>Introduction</a:t>
            </a:r>
          </a:p>
          <a:p>
            <a:r>
              <a:rPr lang="en-US" sz="1800" dirty="0"/>
              <a:t>Problem</a:t>
            </a:r>
          </a:p>
          <a:p>
            <a:r>
              <a:rPr lang="en-US" sz="1800" dirty="0"/>
              <a:t>What is Linear?</a:t>
            </a:r>
          </a:p>
          <a:p>
            <a:r>
              <a:rPr lang="en-US" sz="1800" dirty="0"/>
              <a:t>How can Linear help?</a:t>
            </a:r>
          </a:p>
          <a:p>
            <a:r>
              <a:rPr lang="en-US" sz="1800" dirty="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1607-633B-ACE9-43EE-5AEF028E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807B8-1CB5-4BDF-8497-B5429672D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Beno Software Company</a:t>
            </a:r>
          </a:p>
          <a:p>
            <a:r>
              <a:rPr lang="en-US" dirty="0"/>
              <a:t>More than 500 Clients</a:t>
            </a:r>
          </a:p>
          <a:p>
            <a:r>
              <a:rPr lang="en-US" dirty="0"/>
              <a:t>2,000 employees</a:t>
            </a:r>
          </a:p>
          <a:p>
            <a:r>
              <a:rPr lang="en-US" dirty="0"/>
              <a:t>Goal: Improve issue and project tracking</a:t>
            </a:r>
          </a:p>
        </p:txBody>
      </p:sp>
    </p:spTree>
    <p:extLst>
      <p:ext uri="{BB962C8B-B14F-4D97-AF65-F5344CB8AC3E}">
        <p14:creationId xmlns:p14="http://schemas.microsoft.com/office/powerpoint/2010/main" val="222192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4FF50-F5E1-9243-6112-38905E29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Problem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F3A78B-AA35-CE1C-7E5F-C51D2FB799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33672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25742ED-D5D0-0160-D63F-225792BCF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9663" y="912859"/>
            <a:ext cx="903785" cy="8483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7B2E9F-7229-696D-1616-5C490A65FB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7394" y="912859"/>
            <a:ext cx="786136" cy="8642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7F4099-CDEF-510E-E648-B7661352B0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8895" y="2022841"/>
            <a:ext cx="877333" cy="84836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436767-66D8-BAF8-9631-3D20CC862A53}"/>
              </a:ext>
            </a:extLst>
          </p:cNvPr>
          <p:cNvCxnSpPr/>
          <p:nvPr/>
        </p:nvCxnSpPr>
        <p:spPr>
          <a:xfrm flipH="1" flipV="1">
            <a:off x="9460871" y="1777088"/>
            <a:ext cx="443620" cy="3323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A4AC61-6ED5-36A2-2525-2AD1AC63213A}"/>
              </a:ext>
            </a:extLst>
          </p:cNvPr>
          <p:cNvCxnSpPr>
            <a:cxnSpLocks/>
          </p:cNvCxnSpPr>
          <p:nvPr/>
        </p:nvCxnSpPr>
        <p:spPr>
          <a:xfrm flipV="1">
            <a:off x="10093260" y="1822356"/>
            <a:ext cx="479528" cy="2871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3ABCAA-CCC1-3081-504F-4F7A8240AA34}"/>
              </a:ext>
            </a:extLst>
          </p:cNvPr>
          <p:cNvCxnSpPr>
            <a:cxnSpLocks/>
          </p:cNvCxnSpPr>
          <p:nvPr/>
        </p:nvCxnSpPr>
        <p:spPr>
          <a:xfrm flipH="1">
            <a:off x="10333024" y="2447023"/>
            <a:ext cx="4406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2332E82-C11C-6245-CF4A-00BC1E0CBE63}"/>
              </a:ext>
            </a:extLst>
          </p:cNvPr>
          <p:cNvSpPr txBox="1"/>
          <p:nvPr/>
        </p:nvSpPr>
        <p:spPr>
          <a:xfrm>
            <a:off x="10750632" y="5651998"/>
            <a:ext cx="1931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credits:</a:t>
            </a:r>
          </a:p>
          <a:p>
            <a:r>
              <a:rPr lang="en-US" dirty="0"/>
              <a:t>(Trello, n.d.)</a:t>
            </a:r>
          </a:p>
          <a:p>
            <a:r>
              <a:rPr lang="en-US" dirty="0"/>
              <a:t>(</a:t>
            </a:r>
            <a:r>
              <a:rPr lang="en-US" dirty="0" err="1"/>
              <a:t>Github</a:t>
            </a:r>
            <a:r>
              <a:rPr lang="en-US" dirty="0"/>
              <a:t>, n.d.)</a:t>
            </a:r>
          </a:p>
          <a:p>
            <a:r>
              <a:rPr lang="en-US" dirty="0"/>
              <a:t>(Jira, n.d.)</a:t>
            </a:r>
          </a:p>
        </p:txBody>
      </p:sp>
    </p:spTree>
    <p:extLst>
      <p:ext uri="{BB962C8B-B14F-4D97-AF65-F5344CB8AC3E}">
        <p14:creationId xmlns:p14="http://schemas.microsoft.com/office/powerpoint/2010/main" val="426877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ABD55-1B6B-C7FE-DE70-E019696F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658" y="755904"/>
            <a:ext cx="7711025" cy="3084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/>
              <a:t>“Linear has become the go-to tool for startups and high-growth tech companies looking to escape the complexity of legacy project management systems.”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A14A-ABF1-4E5D-94C3-85AF4ED5C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12131" y="4089910"/>
            <a:ext cx="3316702" cy="1712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/>
            <a:r>
              <a:rPr lang="en-US" sz="2100" dirty="0"/>
              <a:t>(Siit, n.d.)</a:t>
            </a:r>
          </a:p>
        </p:txBody>
      </p:sp>
    </p:spTree>
    <p:extLst>
      <p:ext uri="{BB962C8B-B14F-4D97-AF65-F5344CB8AC3E}">
        <p14:creationId xmlns:p14="http://schemas.microsoft.com/office/powerpoint/2010/main" val="2007124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390DD0-A178-4028-9A70-5E9BB7AEF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3D33E-B01A-65E3-A0F3-BDE2E001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What is Linear?</a:t>
            </a:r>
          </a:p>
        </p:txBody>
      </p:sp>
      <p:sp useBgFill="1">
        <p:nvSpPr>
          <p:cNvPr id="11" name="Rounded Rectangle 16">
            <a:extLst>
              <a:ext uri="{FF2B5EF4-FFF2-40B4-BE49-F238E27FC236}">
                <a16:creationId xmlns:a16="http://schemas.microsoft.com/office/drawing/2014/main" id="{877E6D74-15EE-4BAF-8943-E4DC30C59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B4E16D-62A2-4B36-8089-25CF61F34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99FF013D-4F5B-4D5E-9ACD-F5C4D3F2B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48D132B-41F2-442F-BA5C-CFCECFFE9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30C29E2-4907-4F5F-BC94-1D17A917A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CC668BCF-9477-4292-A0B0-59227E8D2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36D7E325-D60E-4672-B692-E8143B233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7FC4351-F0D9-48A7-A696-569C69FDA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169A18-294D-49D3-FD7E-E9D24AD79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596114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F23CEAA-A6B3-BFC6-0BB0-472EBE69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7482"/>
            <a:ext cx="4616737" cy="235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2DFDD6-FFD0-D18B-E3B9-44E493B5105C}"/>
              </a:ext>
            </a:extLst>
          </p:cNvPr>
          <p:cNvSpPr txBox="1"/>
          <p:nvPr/>
        </p:nvSpPr>
        <p:spPr>
          <a:xfrm>
            <a:off x="9513908" y="6477000"/>
            <a:ext cx="397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(Linear, n.d.)</a:t>
            </a:r>
          </a:p>
        </p:txBody>
      </p:sp>
    </p:spTree>
    <p:extLst>
      <p:ext uri="{BB962C8B-B14F-4D97-AF65-F5344CB8AC3E}">
        <p14:creationId xmlns:p14="http://schemas.microsoft.com/office/powerpoint/2010/main" val="154713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48D661B-BAEA-42B3-BEDB-13E01DBA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BD2573B-33EA-4868-BD57-87246A078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A7FA8-EFC0-9A75-87F2-7A5D0E94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can Linear help?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262EED4-6AA0-4E32-99BF-EC6023E86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187BD93B-D7D8-48E9-A408-63B05280F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F1828682-B626-46A2-929D-B464FFAB3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276D976C-0C91-4A9D-AB86-D8F3C00F1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AF11B071-D1F5-45C3-808F-25505CF19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D2DF285-724E-413F-A89A-E9014EAF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5305AB29-3364-4389-A321-44024BF2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8103EE8-DAAC-9C2B-758A-0ADFB5981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26829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18F756E4-CFFD-0783-C635-D7B72884E7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632"/>
          <a:stretch>
            <a:fillRect/>
          </a:stretch>
        </p:blipFill>
        <p:spPr>
          <a:xfrm>
            <a:off x="69921" y="4572000"/>
            <a:ext cx="3570162" cy="231219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F6BF824-2C4F-FCD2-5FC5-A438E1C9D45D}"/>
              </a:ext>
            </a:extLst>
          </p:cNvPr>
          <p:cNvSpPr txBox="1"/>
          <p:nvPr/>
        </p:nvSpPr>
        <p:spPr>
          <a:xfrm>
            <a:off x="9513908" y="6477000"/>
            <a:ext cx="397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Credit: (Linear, n.d.)</a:t>
            </a:r>
          </a:p>
        </p:txBody>
      </p:sp>
    </p:spTree>
    <p:extLst>
      <p:ext uri="{BB962C8B-B14F-4D97-AF65-F5344CB8AC3E}">
        <p14:creationId xmlns:p14="http://schemas.microsoft.com/office/powerpoint/2010/main" val="282686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BFA6A9-9A2E-9205-3589-518BFCFC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0" y="924232"/>
            <a:ext cx="8174971" cy="328586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3679983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9B6E-9671-1070-C023-0FA1BB21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BF645-115C-F010-6860-B22F70116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91351"/>
            <a:ext cx="10018713" cy="36998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Siit, (n.d.). Linear App Review: Features, Pricing, Pros &amp; Cons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https://www.siit.io/tools/trending/linear-app-review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Linear, (n.d.). Linear - Plan and Build Products</a:t>
            </a:r>
            <a:r>
              <a:rPr lang="en-US" dirty="0"/>
              <a:t>. </a:t>
            </a:r>
            <a:r>
              <a:rPr lang="en-US" u="sng" dirty="0">
                <a:hlinkClick r:id="rId4"/>
              </a:rPr>
              <a:t>https://linear.app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Trello, (n.d.). Capture, organize, and tackle your to-dos from anywhere | Trello.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https://trello.com/</a:t>
            </a:r>
            <a:r>
              <a:rPr lang="en-US" dirty="0"/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, (n.d.). 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– Build and ship software on a single, collaborative platform</a:t>
            </a:r>
            <a:r>
              <a:rPr lang="en-US" dirty="0"/>
              <a:t>. </a:t>
            </a:r>
            <a:r>
              <a:rPr lang="en-US" dirty="0">
                <a:hlinkClick r:id="rId6"/>
              </a:rPr>
              <a:t>https://github.com/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Jira, (n.d.). Jira | Issue and Project Tracking Software. </a:t>
            </a:r>
            <a:r>
              <a:rPr lang="en-US" dirty="0">
                <a:hlinkClick r:id="rId7"/>
              </a:rPr>
              <a:t>https://www.atlassian.com/software/jira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9104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3.xml><?xml version="1.0" encoding="utf-8"?>
<a:theme xmlns:a="http://schemas.openxmlformats.org/drawingml/2006/main" name="2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iolet">
    <a:dk1>
      <a:sysClr val="windowText" lastClr="000000"/>
    </a:dk1>
    <a:lt1>
      <a:sysClr val="window" lastClr="FFFFFF"/>
    </a:lt1>
    <a:dk2>
      <a:srgbClr val="373545"/>
    </a:dk2>
    <a:lt2>
      <a:srgbClr val="DCD8DC"/>
    </a:lt2>
    <a:accent1>
      <a:srgbClr val="AD84C6"/>
    </a:accent1>
    <a:accent2>
      <a:srgbClr val="8784C7"/>
    </a:accent2>
    <a:accent3>
      <a:srgbClr val="5D739A"/>
    </a:accent3>
    <a:accent4>
      <a:srgbClr val="6997AF"/>
    </a:accent4>
    <a:accent5>
      <a:srgbClr val="84ACB6"/>
    </a:accent5>
    <a:accent6>
      <a:srgbClr val="6F8183"/>
    </a:accent6>
    <a:hlink>
      <a:srgbClr val="69A020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Violet">
    <a:dk1>
      <a:sysClr val="windowText" lastClr="000000"/>
    </a:dk1>
    <a:lt1>
      <a:sysClr val="window" lastClr="FFFFFF"/>
    </a:lt1>
    <a:dk2>
      <a:srgbClr val="373545"/>
    </a:dk2>
    <a:lt2>
      <a:srgbClr val="DCD8DC"/>
    </a:lt2>
    <a:accent1>
      <a:srgbClr val="AD84C6"/>
    </a:accent1>
    <a:accent2>
      <a:srgbClr val="8784C7"/>
    </a:accent2>
    <a:accent3>
      <a:srgbClr val="5D739A"/>
    </a:accent3>
    <a:accent4>
      <a:srgbClr val="6997AF"/>
    </a:accent4>
    <a:accent5>
      <a:srgbClr val="84ACB6"/>
    </a:accent5>
    <a:accent6>
      <a:srgbClr val="6F8183"/>
    </a:accent6>
    <a:hlink>
      <a:srgbClr val="69A020"/>
    </a:hlink>
    <a:folHlink>
      <a:srgbClr val="8C8C8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98</TotalTime>
  <Words>314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Parallax</vt:lpstr>
      <vt:lpstr>1_Parallax</vt:lpstr>
      <vt:lpstr>2_Parallax</vt:lpstr>
      <vt:lpstr>Linear Implementation Proposal</vt:lpstr>
      <vt:lpstr>Agenda</vt:lpstr>
      <vt:lpstr>Introduction</vt:lpstr>
      <vt:lpstr>The Problem</vt:lpstr>
      <vt:lpstr>“Linear has become the go-to tool for startups and high-growth tech companies looking to escape the complexity of legacy project management systems.”</vt:lpstr>
      <vt:lpstr>What is Linear?</vt:lpstr>
      <vt:lpstr>How can Linear help?</vt:lpstr>
      <vt:lpstr>Wrap up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Beno</dc:creator>
  <cp:lastModifiedBy>Alexandra Beno</cp:lastModifiedBy>
  <cp:revision>1</cp:revision>
  <dcterms:created xsi:type="dcterms:W3CDTF">2025-10-25T23:33:45Z</dcterms:created>
  <dcterms:modified xsi:type="dcterms:W3CDTF">2025-10-26T01:12:43Z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